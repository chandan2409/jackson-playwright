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6119" r:id="rId4"/>
    <p:sldMasterId id="2147485416" r:id="rId5"/>
    <p:sldMasterId id="2147486225" r:id="rId6"/>
    <p:sldMasterId id="2147486241" r:id="rId7"/>
  </p:sldMasterIdLst>
  <p:notesMasterIdLst>
    <p:notesMasterId r:id="rId20"/>
  </p:notesMasterIdLst>
  <p:handoutMasterIdLst>
    <p:handoutMasterId r:id="rId21"/>
  </p:handoutMasterIdLst>
  <p:sldIdLst>
    <p:sldId id="313" r:id="rId8"/>
    <p:sldId id="347" r:id="rId9"/>
    <p:sldId id="290" r:id="rId10"/>
    <p:sldId id="326" r:id="rId11"/>
    <p:sldId id="259" r:id="rId12"/>
    <p:sldId id="365" r:id="rId13"/>
    <p:sldId id="333" r:id="rId14"/>
    <p:sldId id="366" r:id="rId15"/>
    <p:sldId id="331" r:id="rId16"/>
    <p:sldId id="367" r:id="rId17"/>
    <p:sldId id="302" r:id="rId18"/>
    <p:sldId id="314" r:id="rId19"/>
  </p:sldIdLst>
  <p:sldSz cx="9144000" cy="5143500" type="screen16x9"/>
  <p:notesSz cx="6858000" cy="1143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6E03C1-666C-0042-A1C4-72F5FF0C090F}">
          <p14:sldIdLst>
            <p14:sldId id="313"/>
            <p14:sldId id="347"/>
            <p14:sldId id="290"/>
            <p14:sldId id="326"/>
            <p14:sldId id="259"/>
          </p14:sldIdLst>
        </p14:section>
        <p14:section name="POC" id="{D21FE533-BA74-9D48-965C-7FB4FF5E8734}">
          <p14:sldIdLst>
            <p14:sldId id="365"/>
            <p14:sldId id="333"/>
            <p14:sldId id="366"/>
          </p14:sldIdLst>
        </p14:section>
        <p14:section name="NEXT STEPS" id="{C6200FDD-A232-494C-B8A6-97841EAAD26B}">
          <p14:sldIdLst>
            <p14:sldId id="331"/>
            <p14:sldId id="367"/>
            <p14:sldId id="302"/>
          </p14:sldIdLst>
        </p14:section>
        <p14:section name="APPENDIX" id="{ABA80B5C-99B4-F34D-BE78-6179C750BAEB}">
          <p14:sldIdLst>
            <p14:sldId id="314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C09900-0971-F92E-902D-F7823769CA52}" name="Josh Ashton" initials="JA" userId="S::josh.ashton@bounteous.com::5f6238aa-4d6d-4e63-8efa-183d435fb093" providerId="AD"/>
  <p188:author id="{68815A02-BAB9-74C4-9B6D-ECADC99940AF}" name="Jill de la Fuente" initials="JD" userId="S::Jill.delaFuente@bounteous.com::82a61006-b1d6-4251-b230-1a2427516b2c" providerId="AD"/>
  <p188:author id="{CBC0DB05-1AB6-91B9-DAF2-0C7A78CD8AC3}" name="Peter Krauss" initials="" userId="S::peter.krauss@bounteous.com::8d0de07f-7994-42d3-8a06-01bf651cbc06" providerId="AD"/>
  <p188:author id="{7CF43A06-1A29-CDA0-F6CB-7F13B6F6E6CC}" name="Ryan Abram" initials="RA" userId="S::ryan.abram@bounteous.com::b65e0b4e-5b65-4f01-bc81-96e7fa21255b" providerId="AD"/>
  <p188:author id="{7338FE0A-3AFC-2BC7-F094-A69A5FB0BA75}" name="Jessica Montagne" initials="JM" userId="S::Jessica.Montagne@bounteous.com::f87eae04-4eb8-49da-8182-ccefc3add77a" providerId="AD"/>
  <p188:author id="{751AB80E-7144-B96B-6A76-23DECE164A90}" name="Patrick Walsh" initials="" userId="S::patrick.walsh@bounteous.com::dda62637-dd55-4be3-a3ec-00851c0d3fed" providerId="AD"/>
  <p188:author id="{23618923-BEE4-3F85-CBC8-91670E5BFAD7}" name="Sara Hanrahan" initials="" userId="S::Sara.Hanrahan@bounteous.com::c540a032-e291-489b-bd4e-0d0bb7b6a213" providerId="AD"/>
  <p188:author id="{0259C330-E3CB-4092-F1B0-C7D27D6FE3FA}" name="Nick Killion" initials="" userId="S::nick.killion@bounteous.com::99f4d39a-62bf-48d6-be93-a98aafe9fdd9" providerId="AD"/>
  <p188:author id="{77B83832-37C4-F9CA-306F-6E5029BAC24C}" name="Carrie Krischer" initials="CK" userId="S::carrie.krischer@bounteous.com::08d736ad-44c3-4dda-8ea9-3ff6892893b4" providerId="AD"/>
  <p188:author id="{C9686B39-FDB8-7CF7-6EB4-C28C655D39CB}" name="Dom Degustino" initials="" userId="S::Dom.Degustino@Bounteous.com::cd9dbee4-9c48-46cf-b5c0-d9dd14e93261" providerId="AD"/>
  <p188:author id="{AF002B4B-BDCC-49D7-37C6-02281E1EA10F}" name="Jason Burich" initials="" userId="S::jason.burich@bounteous.com::860489df-8295-479b-adcb-d2565520377a" providerId="AD"/>
  <p188:author id="{EBF31250-5B23-14A3-1C9D-C49D5298DB53}" name="Peter Conklin" initials="" userId="S::Peter.conklin@bounteous.com::e1986874-2321-4bb3-b91f-1123861d389d" providerId="AD"/>
  <p188:author id="{B075885C-456C-816B-F6FC-8875969B9A6D}" name="Nithya Krishnamurthi" initials="NK" userId="S::nithya.krishnamurthi@bounteous.com::5a326d45-63a2-47bb-9164-7beca4417534" providerId="AD"/>
  <p188:author id="{0F53D260-ACF8-8713-DEBF-F15641091C27}" name="Jessica Scarane" initials="J" userId="S::Jessica.Scarane@bounteous.com::0df4a20f-73e3-4141-af2a-7fc4b0a69a27" providerId="AD"/>
  <p188:author id="{ADE44165-5ECF-FDE9-E624-1F8665365F3A}" name="Jim Vogel" initials="" userId="S::jim.vogel@bounteous.com::8f1a6b8b-ee4c-476e-a481-bdfb99aa965f" providerId="AD"/>
  <p188:author id="{E0524166-1B7E-46A2-C445-73FB2BF90552}" name="Jon Meck" initials="JM" userId="S::jon.meck@bounteous.com::1fb5db56-bb29-405a-99ae-4bdbd9ad4ecf" providerId="AD"/>
  <p188:author id="{B940DC66-0296-786A-1DDC-E79902849088}" name="Zubin Dhingra" initials="ZD" userId="S::zubin.dhingra@bounteous.com::e05d6ce0-82e7-4032-9084-87f55a1daded" providerId="AD"/>
  <p188:author id="{0AE14173-D2D4-900F-B260-ECF96E0EC116}" name="Srikrish Subramanian" initials="SS" userId="S::srikrish.subramanian@bounteous.com::ffeb5af0-69e9-491b-a89c-b628b796c468" providerId="AD"/>
  <p188:author id="{D6D85B77-12EC-3D2D-4ED1-F1A9DB585ADF}" name="Melody Lundstrom" initials="ML" userId="S::melody.lundstrom@bounteous.com::c929361a-476f-45e9-a9d3-82585609dc67" providerId="AD"/>
  <p188:author id="{E860377D-AD0F-E25A-9D36-2F6B8EFBDB60}" name="Greg Golec" initials="GG" userId="S::greg.golec@bounteous.com::3dbc9a9f-7c1a-4de6-a0bb-fe610d1f35ac" providerId="AD"/>
  <p188:author id="{C9B32880-B75C-FFEE-ABFD-E141D0F4908A}" name="Frances Griffin" initials="FG" userId="S::frances.griffin@bounteous.com::79d784e6-44d7-4f22-9e5e-14045495f437" providerId="AD"/>
  <p188:author id="{C5E65E8A-58F9-ABA0-9094-077ACD4885E4}" name="Lisa Romatz" initials="LR" userId="S::lisa.romatz@bounteous.com::a1320695-9b23-4bd5-b68c-2b5e29549c66" providerId="AD"/>
  <p188:author id="{633F698A-0DEA-674E-20A2-5C9780C70B4A}" name="Scott Mangum" initials="" userId="S::scott.mangum@bounteous.com::0d07f902-f491-496b-8527-d2d8deb1543e" providerId="AD"/>
  <p188:author id="{C36A1F8E-B354-22E7-986E-0072F7B25CD4}" name="Rachel Dorfman" initials="RD" userId="S::Rachel.Dorfman@bounteous.com::aa29efb2-8fef-43ff-95f9-61a7c1bc3e01" providerId="AD"/>
  <p188:author id="{0405C791-F71A-3AC6-9EBD-92AAEB4404A0}" name="Sivakumar Nanthan" initials="" userId="S::Sivakumar.Nanthan@bounteous.com::258f3393-7af1-4245-8f19-d554fe257d2c" providerId="AD"/>
  <p188:author id="{956F5894-8EA2-73F5-63D3-1974C98F8583}" name="Jennifer Manion" initials="" userId="S::Jennifer.Manion@bounteous.com::c5039c3c-ae19-4e5e-aa8f-9f3f680fe5ac" providerId="AD"/>
  <p188:author id="{FDAE7195-9848-380F-23A2-B6AC38F2F212}" name="Holly Quezada" initials="HQ" userId="S::holly.quezada@bounteous.com::8df72dc5-c530-4cbb-9c4a-5b5b669241f0" providerId="AD"/>
  <p188:author id="{CC450B96-9969-FC1D-BA35-AF3D232F8573}" name="Alysa Duval" initials="AD" userId="S::alysa.duval@bounteous.com::a0029b84-bbb4-4a61-b116-73517cfc2eeb" providerId="AD"/>
  <p188:author id="{D2D9CA97-9036-1CBF-54F0-6958DDD0B3F4}" name="Dom Degustino" initials="DD" userId="S::dom.degustino@bounteous.com::cd9dbee4-9c48-46cf-b5c0-d9dd14e93261" providerId="AD"/>
  <p188:author id="{FECBB2A0-66B3-1AB1-9D0E-1E48DA8962AE}" name="Dzung Tran" initials="" userId="S::Dzung.Tran@bounteous.com::d1e2ee76-34ba-4edf-9446-8b1ebdd9f5f3" providerId="AD"/>
  <p188:author id="{AA7B5BA8-E903-7FAE-D1FB-AC93C2A5F832}" name="Peter Conklin" initials="PC" userId="S::peter.conklin@bounteous.com::e1986874-2321-4bb3-b91f-1123861d389d" providerId="AD"/>
  <p188:author id="{A8FFA7AC-390C-239A-5953-214973015C2B}" name="Dzung Tran" initials="DT" userId="S::dzung.tran@bounteous.com::d1e2ee76-34ba-4edf-9446-8b1ebdd9f5f3" providerId="AD"/>
  <p188:author id="{F5CD32B5-89E4-4C37-C6E9-36F350917808}" name="Scott Leitl" initials="" userId="S::scott.leitl@bounteous.com::ff993199-8b23-4184-aa79-7bd7487b1d61" providerId="AD"/>
  <p188:author id="{A21D75B9-2333-4C70-B550-63DE075C8F2E}" name="Heather Gantz" initials="HG" userId="S::heather.gantz@bounteous.com::ec29442c-b5c4-4c72-bcda-12557a1d2f00" providerId="AD"/>
  <p188:author id="{06BEF9C0-9009-C0BF-CC7E-9DBDD0F0CC59}" name="Shea Friesen" initials="" userId="S::shea.friesen@bounteous.com::8a3bb2f9-5e64-41b5-b81f-16173563af94" providerId="AD"/>
  <p188:author id="{778EAFC1-E996-A0B4-85F7-16B214AE31D0}" name="Fred Faulkner" initials="FF" userId="S::fred.faulkner@bounteous.com::ec4a4334-af67-42c5-9603-e24b0dd7d753" providerId="AD"/>
  <p188:author id="{678F43D0-1E64-87B9-7F5C-C78EB3B69618}" name="Mike Maxwell" initials="MM" userId="S::mike.maxwell@bounteous.com::179deefb-2d9f-42c2-916a-b1780d58c6ae" providerId="AD"/>
  <p188:author id="{770AE2D1-0CDB-8BC9-4EF7-E38EF90E854B}" name="Carl Kunde" initials="CK" userId="S::carl.kunde@bounteous.com::d34d91f9-fa47-478b-a903-db0ac3e82bdc" providerId="AD"/>
  <p188:author id="{7EB3F0DA-328F-4D92-3712-845DF7108244}" name="Mahsa Kasraie" initials="MK" userId="S::Mahsa.Kasraie@bounteous.com::b0f73f83-2aae-444f-a9a8-f83733869729" providerId="AD"/>
  <p188:author id="{BC1C6FE1-5667-6515-1E1A-4DC7C013B209}" name="Jonathan Weber" initials="" userId="S::jonathan.weber@bounteous.com::7fc4d427-4e6d-40dd-a5cb-d8f707868d26" providerId="AD"/>
  <p188:author id="{DEFE00E2-F09C-4EC2-2D3F-DE4B239F127F}" name="Kaveh Khazra" initials="KK" userId="S::kaveh.khazra@bounteous.com::16bc819c-8e90-4156-a255-8880713722a2" providerId="AD"/>
  <p188:author id="{E0F873E8-91B5-0E18-B071-6691DD9CE835}" name="Ali Moussa" initials="" userId="S::ali.moussa@bounteous.com::31861c92-5448-49e7-a6d0-6cf3e6cacd96" providerId="AD"/>
  <p188:author id="{A1EF32ED-F859-411B-6BAF-2BEF48B83BBB}" name="Josh Marcus-Donnelly" initials="JMD" userId="S::josh.marcusdonnelly@bounteous.com::8ec7995f-ca8a-4fe2-adcd-5f0686ab6a71" providerId="AD"/>
  <p188:author id="{86760DF2-4BCF-7D8A-882B-D11884143996}" name="Greg Moss" initials="" userId="S::greg.moss@bounteous.com::bedc6725-a8b3-44de-9662-3d6b9fa5f4f9" providerId="AD"/>
  <p188:author id="{BCCD45F9-0A16-70DF-337B-EA09181EFB83}" name="Sean McQuaide" initials="" userId="S::sean.mcquaide@bounteous.com::ba0f0e23-b188-48be-aeee-1de709ad1078" providerId="AD"/>
  <p188:author id="{3ADDFEF9-BA72-35A9-66E5-DC85CEBBB6F7}" name="Ashley O'Connell" initials="" userId="S::ashley.oconnell@bounteous.com::f0750507-942c-445b-b869-0dd4993a3604" providerId="AD"/>
  <p188:author id="{8A06E0FA-C86C-77C7-8C3D-235F8F164D66}" name="Cassie Rupert" initials="CR" userId="S::Cassie.Rupert@bounteous.com::265edc83-5c4b-42e2-86ae-1ec8a94d89e9" providerId="AD"/>
  <p188:author id="{5DEFFCFC-98E4-1322-B02D-B2D7720BBBAC}" name="Frances Griffin" initials="" userId="S::Frances.Griffin@bounteous.com::79d784e6-44d7-4f22-9e5e-14045495f437" providerId="AD"/>
  <p188:author id="{4596ADFD-D1ED-17BD-8218-F525DFA316FF}" name="Tom Sunnergren" initials="TS" userId="S::Tom.Sunnergren@bounteous.com::6606875f-81b0-40e7-9efa-acdc0f2f9b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ylie Hoza" initials="KH" lastIdx="0" clrIdx="0"/>
  <p:cmAuthor id="2" name="Jen Stein" initials="JS" lastIdx="2" clrIdx="1"/>
  <p:cmAuthor id="3" name="Amanda Ruzin" initials="AR [2]" lastIdx="1" clrIdx="2"/>
  <p:cmAuthor id="4" name="Amanda Ruzin" initials="AR" lastIdx="1" clrIdx="3"/>
  <p:cmAuthor id="5" name="Amanda Ruzin" initials="AR [4]" lastIdx="1" clrIdx="4"/>
  <p:cmAuthor id="6" name="Amanda Ruzin" initials="AR [5]" lastIdx="1" clrIdx="5"/>
  <p:cmAuthor id="7" name="Amanda Ruzin" initials="AR [6]" lastIdx="1" clrIdx="6"/>
  <p:cmAuthor id="8" name="Ericka Seastrand" initials="ERS [2]" lastIdx="1" clrIdx="7"/>
  <p:cmAuthor id="9" name="Suzanne Winn" initials="SW [2]" lastIdx="1" clrIdx="8"/>
  <p:cmAuthor id="10" name="Suzanne Winn" initials="SW" lastIdx="1" clrIdx="9"/>
  <p:cmAuthor id="11" name="Suzanne Winn" initials="SW [4]" lastIdx="1" clrIdx="10"/>
  <p:cmAuthor id="12" name="Suzanne Winn" initials="SW [5]" lastIdx="1" clrIdx="11"/>
  <p:cmAuthor id="13" name="Suzanne Winn" initials="SW [6]" lastIdx="1" clrIdx="12"/>
  <p:cmAuthor id="14" name="Suzanne Winn" initials="SW [7]" lastIdx="1" clrIdx="13"/>
  <p:cmAuthor id="15" name="Suzanne Winn" initials="SW [8]" lastIdx="1" clrIdx="14"/>
  <p:cmAuthor id="16" name="Suzanne Winn" initials="SW [9]" lastIdx="1" clrIdx="15"/>
  <p:cmAuthor id="17" name="Suzanne Winn" initials="SW [10]" lastIdx="1" clrIdx="16"/>
  <p:cmAuthor id="18" name="Suzanne Winn" initials="SW [11]" lastIdx="1" clrIdx="17"/>
  <p:cmAuthor id="19" name="Rosamund Lannin" initials="RL" lastIdx="4" clrIdx="18">
    <p:extLst>
      <p:ext uri="{19B8F6BF-5375-455C-9EA6-DF929625EA0E}">
        <p15:presenceInfo xmlns:p15="http://schemas.microsoft.com/office/powerpoint/2012/main" userId="S::rosamund.lannin@bounteous.com::ee62772e-1387-4b9f-9a42-2f689cce6f74" providerId="AD"/>
      </p:ext>
    </p:extLst>
  </p:cmAuthor>
  <p:cmAuthor id="20" name="Noelle Eun" initials="NE" lastIdx="1" clrIdx="19">
    <p:extLst>
      <p:ext uri="{19B8F6BF-5375-455C-9EA6-DF929625EA0E}">
        <p15:presenceInfo xmlns:p15="http://schemas.microsoft.com/office/powerpoint/2012/main" userId="S::noelle.eun@bounteous.com::b2d3b0fc-604a-452a-bda0-84ea38c6e7b2" providerId="AD"/>
      </p:ext>
    </p:extLst>
  </p:cmAuthor>
  <p:cmAuthor id="21" name="John Telford" initials="JT" lastIdx="5" clrIdx="20">
    <p:extLst>
      <p:ext uri="{19B8F6BF-5375-455C-9EA6-DF929625EA0E}">
        <p15:presenceInfo xmlns:p15="http://schemas.microsoft.com/office/powerpoint/2012/main" userId="S::john.telford@bounteous.com::e699484a-ef2f-4a8f-a825-368a8725a960" providerId="AD"/>
      </p:ext>
    </p:extLst>
  </p:cmAuthor>
  <p:cmAuthor id="22" name="Sarah Baker" initials="SB" lastIdx="3" clrIdx="21">
    <p:extLst>
      <p:ext uri="{19B8F6BF-5375-455C-9EA6-DF929625EA0E}">
        <p15:presenceInfo xmlns:p15="http://schemas.microsoft.com/office/powerpoint/2012/main" userId="S::sarah.baker@bounteous.com::1af04a28-1f70-469b-be02-5906f73f64a7" providerId="AD"/>
      </p:ext>
    </p:extLst>
  </p:cmAuthor>
  <p:cmAuthor id="23" name="Jayna Grassel" initials="JG" lastIdx="3" clrIdx="22">
    <p:extLst>
      <p:ext uri="{19B8F6BF-5375-455C-9EA6-DF929625EA0E}">
        <p15:presenceInfo xmlns:p15="http://schemas.microsoft.com/office/powerpoint/2012/main" userId="S::jayna.grassel@bounteous.com::8e199423-def1-411a-956d-96a5a1e91fef" providerId="AD"/>
      </p:ext>
    </p:extLst>
  </p:cmAuthor>
  <p:cmAuthor id="24" name="Andrea Berggren" initials="AB" lastIdx="2" clrIdx="23">
    <p:extLst>
      <p:ext uri="{19B8F6BF-5375-455C-9EA6-DF929625EA0E}">
        <p15:presenceInfo xmlns:p15="http://schemas.microsoft.com/office/powerpoint/2012/main" userId="S::andrea.berggren@bounteous.com::a43dc449-2f9e-4564-acac-cc9f35b423a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2D9D3"/>
    <a:srgbClr val="C00300"/>
    <a:srgbClr val="EC0027"/>
    <a:srgbClr val="853EFF"/>
    <a:srgbClr val="3A052D"/>
    <a:srgbClr val="39052D"/>
    <a:srgbClr val="3C1133"/>
    <a:srgbClr val="E2D9D1"/>
    <a:srgbClr val="39042D"/>
    <a:srgbClr val="3C1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819213-E2ED-6640-A270-60A6F281F87E}" v="1034" dt="2026-09-16T15:24:51.00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rish Subramanian" userId="S::srikrish.subramanian@bounteous.com::ffeb5af0-69e9-491b-a89c-b628b796c468" providerId="AD" clId="Web-{64D909C0-BE14-FED0-7016-EB4018BFB801}"/>
    <pc:docChg chg="modSld">
      <pc:chgData name="Srikrish Subramanian" userId="S::srikrish.subramanian@bounteous.com::ffeb5af0-69e9-491b-a89c-b628b796c468" providerId="AD" clId="Web-{64D909C0-BE14-FED0-7016-EB4018BFB801}" dt="2026-09-09T16:10:51.626" v="0" actId="1076"/>
      <pc:docMkLst>
        <pc:docMk/>
      </pc:docMkLst>
    </pc:docChg>
  </pc:docChgLst>
  <pc:docChgLst>
    <pc:chgData name="Srikrish Subramanian" userId="S::srikrish.subramanian@bounteous.com::ffeb5af0-69e9-491b-a89c-b628b796c468" providerId="AD" clId="Web-{503596BF-6959-204D-A525-3FC5C83759B4}"/>
    <pc:docChg chg="modSld">
      <pc:chgData name="Srikrish Subramanian" userId="S::srikrish.subramanian@bounteous.com::ffeb5af0-69e9-491b-a89c-b628b796c468" providerId="AD" clId="Web-{503596BF-6959-204D-A525-3FC5C83759B4}" dt="2026-08-20T14:15:27.687" v="1" actId="1076"/>
      <pc:docMkLst>
        <pc:docMk/>
      </pc:docMkLst>
    </pc:docChg>
  </pc:docChgLst>
  <pc:docChgLst>
    <pc:chgData name="Mariam Mirza" userId="S::mariam.mirza@bounteous.com::03022038-cf0d-40b6-b33c-6a65159974c2" providerId="AD" clId="Web-{E4B4A8AE-6B1C-32DA-6AE5-67D64FC45F00}"/>
    <pc:docChg chg="modSld">
      <pc:chgData name="Mariam Mirza" userId="S::mariam.mirza@bounteous.com::03022038-cf0d-40b6-b33c-6a65159974c2" providerId="AD" clId="Web-{E4B4A8AE-6B1C-32DA-6AE5-67D64FC45F00}" dt="2026-09-14T13:57:45.799" v="2" actId="20577"/>
      <pc:docMkLst>
        <pc:docMk/>
      </pc:docMkLst>
      <pc:sldChg chg="modSp">
        <pc:chgData name="Mariam Mirza" userId="S::mariam.mirza@bounteous.com::03022038-cf0d-40b6-b33c-6a65159974c2" providerId="AD" clId="Web-{E4B4A8AE-6B1C-32DA-6AE5-67D64FC45F00}" dt="2026-09-14T13:57:45.799" v="2" actId="20577"/>
        <pc:sldMkLst>
          <pc:docMk/>
          <pc:sldMk cId="3381918506" sldId="326"/>
        </pc:sldMkLst>
        <pc:spChg chg="mod">
          <ac:chgData name="Mariam Mirza" userId="S::mariam.mirza@bounteous.com::03022038-cf0d-40b6-b33c-6a65159974c2" providerId="AD" clId="Web-{E4B4A8AE-6B1C-32DA-6AE5-67D64FC45F00}" dt="2026-09-14T13:57:45.799" v="2" actId="20577"/>
          <ac:spMkLst>
            <pc:docMk/>
            <pc:sldMk cId="3381918506" sldId="326"/>
            <ac:spMk id="5" creationId="{B277D7D0-CFDD-323A-43DE-394A9007CFD8}"/>
          </ac:spMkLst>
        </pc:spChg>
      </pc:sldChg>
    </pc:docChg>
  </pc:docChgLst>
  <pc:docChgLst>
    <pc:chgData name="Mariam Mirza" userId="S::mariam.mirza@bounteous.com::03022038-cf0d-40b6-b33c-6a65159974c2" providerId="AD" clId="Web-{A4343F9A-E2B3-9D55-2A93-EFAFDDE74934}"/>
    <pc:docChg chg="modSld">
      <pc:chgData name="Mariam Mirza" userId="S::mariam.mirza@bounteous.com::03022038-cf0d-40b6-b33c-6a65159974c2" providerId="AD" clId="Web-{A4343F9A-E2B3-9D55-2A93-EFAFDDE74934}" dt="2026-09-09T16:28:37.397" v="0" actId="1076"/>
      <pc:docMkLst>
        <pc:docMk/>
      </pc:docMkLst>
    </pc:docChg>
  </pc:docChgLst>
  <pc:docChgLst>
    <pc:chgData name="Josh Marcus-Donnelly" userId="S::josh.marcusdonnelly@bounteous.com::8ec7995f-ca8a-4fe2-adcd-5f0686ab6a71" providerId="AD" clId="Web-{25336FD9-6693-0CF1-BA6B-DACF55442FD9}"/>
    <pc:docChg chg="sldOrd">
      <pc:chgData name="Josh Marcus-Donnelly" userId="S::josh.marcusdonnelly@bounteous.com::8ec7995f-ca8a-4fe2-adcd-5f0686ab6a71" providerId="AD" clId="Web-{25336FD9-6693-0CF1-BA6B-DACF55442FD9}" dt="2026-09-09T15:44:54.653" v="0"/>
      <pc:docMkLst>
        <pc:docMk/>
      </pc:docMkLst>
    </pc:docChg>
  </pc:docChgLst>
  <pc:docChgLst>
    <pc:chgData name="Mahsa Kasraie" userId="b0f73f83-2aae-444f-a9a8-f83733869729" providerId="ADAL" clId="{E132BD34-5AFC-5CED-807C-59DE328378DC}"/>
    <pc:docChg chg="undo custSel addSld delSld modSld sldOrd delMainMaster delSection modSection">
      <pc:chgData name="Mahsa Kasraie" userId="b0f73f83-2aae-444f-a9a8-f83733869729" providerId="ADAL" clId="{E132BD34-5AFC-5CED-807C-59DE328378DC}" dt="2026-09-16T15:24:51.003" v="2676" actId="13926"/>
      <pc:docMkLst>
        <pc:docMk/>
      </pc:docMkLst>
      <pc:sldChg chg="delSp modSp mod ord modShow">
        <pc:chgData name="Mahsa Kasraie" userId="b0f73f83-2aae-444f-a9a8-f83733869729" providerId="ADAL" clId="{E132BD34-5AFC-5CED-807C-59DE328378DC}" dt="2026-09-11T12:39:36.122" v="1511" actId="20577"/>
        <pc:sldMkLst>
          <pc:docMk/>
          <pc:sldMk cId="3307136265" sldId="259"/>
        </pc:sldMkLst>
        <pc:spChg chg="mod">
          <ac:chgData name="Mahsa Kasraie" userId="b0f73f83-2aae-444f-a9a8-f83733869729" providerId="ADAL" clId="{E132BD34-5AFC-5CED-807C-59DE328378DC}" dt="2026-09-10T18:13:08.500" v="199" actId="20577"/>
          <ac:spMkLst>
            <pc:docMk/>
            <pc:sldMk cId="3307136265" sldId="259"/>
            <ac:spMk id="3" creationId="{2745181D-0A99-FF17-9DF4-325166AB17B6}"/>
          </ac:spMkLst>
        </pc:spChg>
        <pc:spChg chg="mod">
          <ac:chgData name="Mahsa Kasraie" userId="b0f73f83-2aae-444f-a9a8-f83733869729" providerId="ADAL" clId="{E132BD34-5AFC-5CED-807C-59DE328378DC}" dt="2026-09-11T12:39:36.122" v="1511" actId="20577"/>
          <ac:spMkLst>
            <pc:docMk/>
            <pc:sldMk cId="3307136265" sldId="259"/>
            <ac:spMk id="36" creationId="{D11408FE-4BA3-7971-C9F0-4D634A30BE12}"/>
          </ac:spMkLst>
        </pc:spChg>
      </pc:sldChg>
      <pc:sldChg chg="ord">
        <pc:chgData name="Mahsa Kasraie" userId="b0f73f83-2aae-444f-a9a8-f83733869729" providerId="ADAL" clId="{E132BD34-5AFC-5CED-807C-59DE328378DC}" dt="2026-09-10T18:06:14.254" v="153" actId="20578"/>
        <pc:sldMkLst>
          <pc:docMk/>
          <pc:sldMk cId="4174362087" sldId="290"/>
        </pc:sldMkLst>
      </pc:sldChg>
      <pc:sldChg chg="add">
        <pc:chgData name="Mahsa Kasraie" userId="b0f73f83-2aae-444f-a9a8-f83733869729" providerId="ADAL" clId="{E132BD34-5AFC-5CED-807C-59DE328378DC}" dt="2026-09-10T18:10:43.438" v="192"/>
        <pc:sldMkLst>
          <pc:docMk/>
          <pc:sldMk cId="3494560777" sldId="302"/>
        </pc:sldMkLst>
      </pc:sldChg>
      <pc:sldChg chg="modSp mod">
        <pc:chgData name="Mahsa Kasraie" userId="b0f73f83-2aae-444f-a9a8-f83733869729" providerId="ADAL" clId="{E132BD34-5AFC-5CED-807C-59DE328378DC}" dt="2026-09-10T18:04:18.196" v="22" actId="20577"/>
        <pc:sldMkLst>
          <pc:docMk/>
          <pc:sldMk cId="2192422346" sldId="313"/>
        </pc:sldMkLst>
        <pc:spChg chg="mod">
          <ac:chgData name="Mahsa Kasraie" userId="b0f73f83-2aae-444f-a9a8-f83733869729" providerId="ADAL" clId="{E132BD34-5AFC-5CED-807C-59DE328378DC}" dt="2026-09-10T18:04:18.196" v="22" actId="20577"/>
          <ac:spMkLst>
            <pc:docMk/>
            <pc:sldMk cId="2192422346" sldId="313"/>
            <ac:spMk id="4" creationId="{682C9ECA-E42D-1B0D-9D31-EF7AED936C8C}"/>
          </ac:spMkLst>
        </pc:spChg>
        <pc:spChg chg="mod">
          <ac:chgData name="Mahsa Kasraie" userId="b0f73f83-2aae-444f-a9a8-f83733869729" providerId="ADAL" clId="{E132BD34-5AFC-5CED-807C-59DE328378DC}" dt="2026-09-10T18:04:14.486" v="11" actId="20577"/>
          <ac:spMkLst>
            <pc:docMk/>
            <pc:sldMk cId="2192422346" sldId="313"/>
            <ac:spMk id="5" creationId="{620971B1-4A1C-CA7F-9F64-EF7473EBBF41}"/>
          </ac:spMkLst>
        </pc:spChg>
      </pc:sldChg>
      <pc:sldChg chg="add mod modShow">
        <pc:chgData name="Mahsa Kasraie" userId="b0f73f83-2aae-444f-a9a8-f83733869729" providerId="ADAL" clId="{E132BD34-5AFC-5CED-807C-59DE328378DC}" dt="2026-09-10T18:52:57.654" v="527" actId="34476"/>
        <pc:sldMkLst>
          <pc:docMk/>
          <pc:sldMk cId="1666193295" sldId="314"/>
        </pc:sldMkLst>
      </pc:sldChg>
      <pc:sldChg chg="modSp mod">
        <pc:chgData name="Mahsa Kasraie" userId="b0f73f83-2aae-444f-a9a8-f83733869729" providerId="ADAL" clId="{E132BD34-5AFC-5CED-807C-59DE328378DC}" dt="2026-09-11T12:39:31.295" v="1499" actId="20577"/>
        <pc:sldMkLst>
          <pc:docMk/>
          <pc:sldMk cId="3381918506" sldId="326"/>
        </pc:sldMkLst>
        <pc:spChg chg="mod">
          <ac:chgData name="Mahsa Kasraie" userId="b0f73f83-2aae-444f-a9a8-f83733869729" providerId="ADAL" clId="{E132BD34-5AFC-5CED-807C-59DE328378DC}" dt="2026-09-10T18:05:34.489" v="99" actId="20577"/>
          <ac:spMkLst>
            <pc:docMk/>
            <pc:sldMk cId="3381918506" sldId="326"/>
            <ac:spMk id="3" creationId="{34B02D42-60A7-6EE9-9A9A-4C08920CCF09}"/>
          </ac:spMkLst>
        </pc:spChg>
        <pc:spChg chg="mod">
          <ac:chgData name="Mahsa Kasraie" userId="b0f73f83-2aae-444f-a9a8-f83733869729" providerId="ADAL" clId="{E132BD34-5AFC-5CED-807C-59DE328378DC}" dt="2026-09-11T12:39:31.295" v="1499" actId="20577"/>
          <ac:spMkLst>
            <pc:docMk/>
            <pc:sldMk cId="3381918506" sldId="326"/>
            <ac:spMk id="5" creationId="{B277D7D0-CFDD-323A-43DE-394A9007CFD8}"/>
          </ac:spMkLst>
        </pc:spChg>
      </pc:sldChg>
      <pc:sldChg chg="modSp add mod ord">
        <pc:chgData name="Mahsa Kasraie" userId="b0f73f83-2aae-444f-a9a8-f83733869729" providerId="ADAL" clId="{E132BD34-5AFC-5CED-807C-59DE328378DC}" dt="2026-09-10T18:09:58.430" v="184" actId="108"/>
        <pc:sldMkLst>
          <pc:docMk/>
          <pc:sldMk cId="3075073947" sldId="331"/>
        </pc:sldMkLst>
        <pc:spChg chg="mod">
          <ac:chgData name="Mahsa Kasraie" userId="b0f73f83-2aae-444f-a9a8-f83733869729" providerId="ADAL" clId="{E132BD34-5AFC-5CED-807C-59DE328378DC}" dt="2026-09-10T18:09:58.430" v="184" actId="108"/>
          <ac:spMkLst>
            <pc:docMk/>
            <pc:sldMk cId="3075073947" sldId="331"/>
            <ac:spMk id="12" creationId="{8EA20026-0284-B500-A942-23BD933FA694}"/>
          </ac:spMkLst>
        </pc:spChg>
        <pc:spChg chg="mod">
          <ac:chgData name="Mahsa Kasraie" userId="b0f73f83-2aae-444f-a9a8-f83733869729" providerId="ADAL" clId="{E132BD34-5AFC-5CED-807C-59DE328378DC}" dt="2026-09-10T18:09:55.605" v="183" actId="108"/>
          <ac:spMkLst>
            <pc:docMk/>
            <pc:sldMk cId="3075073947" sldId="331"/>
            <ac:spMk id="13" creationId="{2819BDDE-114E-F813-2108-93188021EAF0}"/>
          </ac:spMkLst>
        </pc:spChg>
      </pc:sldChg>
      <pc:sldChg chg="addSp delSp modSp add del mod modCm">
        <pc:chgData name="Mahsa Kasraie" userId="b0f73f83-2aae-444f-a9a8-f83733869729" providerId="ADAL" clId="{E132BD34-5AFC-5CED-807C-59DE328378DC}" dt="2026-09-16T15:24:51.003" v="2676" actId="13926"/>
        <pc:sldMkLst>
          <pc:docMk/>
          <pc:sldMk cId="1682295498" sldId="333"/>
        </pc:sldMkLst>
        <pc:spChg chg="mod">
          <ac:chgData name="Mahsa Kasraie" userId="b0f73f83-2aae-444f-a9a8-f83733869729" providerId="ADAL" clId="{E132BD34-5AFC-5CED-807C-59DE328378DC}" dt="2026-09-10T18:13:39.529" v="239" actId="20577"/>
          <ac:spMkLst>
            <pc:docMk/>
            <pc:sldMk cId="1682295498" sldId="333"/>
            <ac:spMk id="2" creationId="{99CF72BE-3E2A-D05B-7D3F-A29FB744EE5C}"/>
          </ac:spMkLst>
        </pc:spChg>
        <pc:spChg chg="mod">
          <ac:chgData name="Mahsa Kasraie" userId="b0f73f83-2aae-444f-a9a8-f83733869729" providerId="ADAL" clId="{E132BD34-5AFC-5CED-807C-59DE328378DC}" dt="2026-09-10T19:08:07.877" v="1337" actId="20577"/>
          <ac:spMkLst>
            <pc:docMk/>
            <pc:sldMk cId="1682295498" sldId="333"/>
            <ac:spMk id="3" creationId="{A2361743-C858-47F6-4FC8-BB863AEEBEB7}"/>
          </ac:spMkLst>
        </pc:spChg>
        <pc:spChg chg="mod">
          <ac:chgData name="Mahsa Kasraie" userId="b0f73f83-2aae-444f-a9a8-f83733869729" providerId="ADAL" clId="{E132BD34-5AFC-5CED-807C-59DE328378DC}" dt="2026-09-16T15:24:51.003" v="2676" actId="13926"/>
          <ac:spMkLst>
            <pc:docMk/>
            <pc:sldMk cId="1682295498" sldId="333"/>
            <ac:spMk id="4" creationId="{BF8924A0-5414-6528-1972-B061E8C4CD76}"/>
          </ac:spMkLst>
        </pc:spChg>
        <pc:spChg chg="add mod">
          <ac:chgData name="Mahsa Kasraie" userId="b0f73f83-2aae-444f-a9a8-f83733869729" providerId="ADAL" clId="{E132BD34-5AFC-5CED-807C-59DE328378DC}" dt="2026-09-14T16:31:55.564" v="2457" actId="14100"/>
          <ac:spMkLst>
            <pc:docMk/>
            <pc:sldMk cId="1682295498" sldId="333"/>
            <ac:spMk id="5" creationId="{D41117B7-4C7D-D63A-BDC7-4082A82DD9B7}"/>
          </ac:spMkLst>
        </pc:spChg>
        <pc:spChg chg="add mod">
          <ac:chgData name="Mahsa Kasraie" userId="b0f73f83-2aae-444f-a9a8-f83733869729" providerId="ADAL" clId="{E132BD34-5AFC-5CED-807C-59DE328378DC}" dt="2026-09-16T15:22:52.021" v="2675" actId="20577"/>
          <ac:spMkLst>
            <pc:docMk/>
            <pc:sldMk cId="1682295498" sldId="333"/>
            <ac:spMk id="6" creationId="{ABD1CB29-E994-0375-D358-5EAFE8671B69}"/>
          </ac:spMkLst>
        </pc:spChg>
        <pc:spChg chg="add mod">
          <ac:chgData name="Mahsa Kasraie" userId="b0f73f83-2aae-444f-a9a8-f83733869729" providerId="ADAL" clId="{E132BD34-5AFC-5CED-807C-59DE328378DC}" dt="2026-09-14T16:32:04.256" v="2461" actId="14100"/>
          <ac:spMkLst>
            <pc:docMk/>
            <pc:sldMk cId="1682295498" sldId="333"/>
            <ac:spMk id="13" creationId="{A01FB4BD-845D-C1EA-7BFA-903CB85634C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hsa Kasraie" userId="b0f73f83-2aae-444f-a9a8-f83733869729" providerId="ADAL" clId="{E132BD34-5AFC-5CED-807C-59DE328378DC}" dt="2026-09-11T12:39:12.570" v="1488" actId="20577"/>
              <pc2:cmMkLst xmlns:pc2="http://schemas.microsoft.com/office/powerpoint/2019/9/main/command">
                <pc:docMk/>
                <pc:sldMk cId="1682295498" sldId="333"/>
                <pc2:cmMk id="{E16D5B15-12C9-4E2B-8F26-39CAB9E731E0}"/>
              </pc2:cmMkLst>
            </pc226:cmChg>
            <pc226:cmChg xmlns:pc226="http://schemas.microsoft.com/office/powerpoint/2022/06/main/command" chg="mod">
              <pc226:chgData name="Mahsa Kasraie" userId="b0f73f83-2aae-444f-a9a8-f83733869729" providerId="ADAL" clId="{E132BD34-5AFC-5CED-807C-59DE328378DC}" dt="2026-09-11T12:39:12.570" v="1488" actId="20577"/>
              <pc2:cmMkLst xmlns:pc2="http://schemas.microsoft.com/office/powerpoint/2019/9/main/command">
                <pc:docMk/>
                <pc:sldMk cId="1682295498" sldId="333"/>
                <pc2:cmMk id="{02E6D7D5-4D6B-4EA0-BFD1-207BC69B0C7E}"/>
              </pc2:cmMkLst>
            </pc226:cmChg>
          </p:ext>
        </pc:extLst>
      </pc:sldChg>
      <pc:sldChg chg="modSp add mod">
        <pc:chgData name="Mahsa Kasraie" userId="b0f73f83-2aae-444f-a9a8-f83733869729" providerId="ADAL" clId="{E132BD34-5AFC-5CED-807C-59DE328378DC}" dt="2026-09-10T18:08:53.047" v="169" actId="113"/>
        <pc:sldMkLst>
          <pc:docMk/>
          <pc:sldMk cId="3506137550" sldId="347"/>
        </pc:sldMkLst>
        <pc:spChg chg="mod">
          <ac:chgData name="Mahsa Kasraie" userId="b0f73f83-2aae-444f-a9a8-f83733869729" providerId="ADAL" clId="{E132BD34-5AFC-5CED-807C-59DE328378DC}" dt="2026-09-10T18:08:50.866" v="168" actId="113"/>
          <ac:spMkLst>
            <pc:docMk/>
            <pc:sldMk cId="3506137550" sldId="347"/>
            <ac:spMk id="12" creationId="{26828CC7-28F5-019F-5A65-EC1B86B87160}"/>
          </ac:spMkLst>
        </pc:spChg>
        <pc:spChg chg="mod">
          <ac:chgData name="Mahsa Kasraie" userId="b0f73f83-2aae-444f-a9a8-f83733869729" providerId="ADAL" clId="{E132BD34-5AFC-5CED-807C-59DE328378DC}" dt="2026-09-10T18:08:53.047" v="169" actId="113"/>
          <ac:spMkLst>
            <pc:docMk/>
            <pc:sldMk cId="3506137550" sldId="347"/>
            <ac:spMk id="13" creationId="{8FF1122E-E2BB-F3BB-7377-180B66ABF8F6}"/>
          </ac:spMkLst>
        </pc:spChg>
      </pc:sldChg>
      <pc:sldChg chg="modSp add mod">
        <pc:chgData name="Mahsa Kasraie" userId="b0f73f83-2aae-444f-a9a8-f83733869729" providerId="ADAL" clId="{E132BD34-5AFC-5CED-807C-59DE328378DC}" dt="2026-09-10T18:09:31.714" v="176" actId="108"/>
        <pc:sldMkLst>
          <pc:docMk/>
          <pc:sldMk cId="2202028987" sldId="365"/>
        </pc:sldMkLst>
        <pc:spChg chg="mod">
          <ac:chgData name="Mahsa Kasraie" userId="b0f73f83-2aae-444f-a9a8-f83733869729" providerId="ADAL" clId="{E132BD34-5AFC-5CED-807C-59DE328378DC}" dt="2026-09-10T18:09:28.476" v="175" actId="108"/>
          <ac:spMkLst>
            <pc:docMk/>
            <pc:sldMk cId="2202028987" sldId="365"/>
            <ac:spMk id="12" creationId="{1A1C666E-EF4C-CAFE-44E7-B1EC3B14A025}"/>
          </ac:spMkLst>
        </pc:spChg>
        <pc:spChg chg="mod">
          <ac:chgData name="Mahsa Kasraie" userId="b0f73f83-2aae-444f-a9a8-f83733869729" providerId="ADAL" clId="{E132BD34-5AFC-5CED-807C-59DE328378DC}" dt="2026-09-10T18:09:31.714" v="176" actId="108"/>
          <ac:spMkLst>
            <pc:docMk/>
            <pc:sldMk cId="2202028987" sldId="365"/>
            <ac:spMk id="13" creationId="{0BF510BE-9BFB-7A9E-685D-326103C6514C}"/>
          </ac:spMkLst>
        </pc:spChg>
      </pc:sldChg>
      <pc:sldChg chg="addSp delSp modSp add mod">
        <pc:chgData name="Mahsa Kasraie" userId="b0f73f83-2aae-444f-a9a8-f83733869729" providerId="ADAL" clId="{E132BD34-5AFC-5CED-807C-59DE328378DC}" dt="2026-09-14T16:40:28.877" v="2502" actId="242"/>
        <pc:sldMkLst>
          <pc:docMk/>
          <pc:sldMk cId="331147927" sldId="366"/>
        </pc:sldMkLst>
        <pc:spChg chg="mod">
          <ac:chgData name="Mahsa Kasraie" userId="b0f73f83-2aae-444f-a9a8-f83733869729" providerId="ADAL" clId="{E132BD34-5AFC-5CED-807C-59DE328378DC}" dt="2026-09-10T18:57:33.154" v="737" actId="20577"/>
          <ac:spMkLst>
            <pc:docMk/>
            <pc:sldMk cId="331147927" sldId="366"/>
            <ac:spMk id="2" creationId="{6BBDC609-76C7-4315-2081-B27D2D69FA8A}"/>
          </ac:spMkLst>
        </pc:spChg>
        <pc:spChg chg="mod">
          <ac:chgData name="Mahsa Kasraie" userId="b0f73f83-2aae-444f-a9a8-f83733869729" providerId="ADAL" clId="{E132BD34-5AFC-5CED-807C-59DE328378DC}" dt="2026-09-10T19:08:12.577" v="1340" actId="20577"/>
          <ac:spMkLst>
            <pc:docMk/>
            <pc:sldMk cId="331147927" sldId="366"/>
            <ac:spMk id="3" creationId="{85A79761-CE87-DE26-C62B-05AD3E6D3195}"/>
          </ac:spMkLst>
        </pc:spChg>
        <pc:spChg chg="mod">
          <ac:chgData name="Mahsa Kasraie" userId="b0f73f83-2aae-444f-a9a8-f83733869729" providerId="ADAL" clId="{E132BD34-5AFC-5CED-807C-59DE328378DC}" dt="2026-09-10T18:57:02.579" v="676" actId="14100"/>
          <ac:spMkLst>
            <pc:docMk/>
            <pc:sldMk cId="331147927" sldId="366"/>
            <ac:spMk id="4" creationId="{CD9391B6-6EC9-6498-7D9E-89CCCEDEA104}"/>
          </ac:spMkLst>
        </pc:spChg>
        <pc:spChg chg="add mod">
          <ac:chgData name="Mahsa Kasraie" userId="b0f73f83-2aae-444f-a9a8-f83733869729" providerId="ADAL" clId="{E132BD34-5AFC-5CED-807C-59DE328378DC}" dt="2026-09-14T16:39:17.474" v="2478" actId="207"/>
          <ac:spMkLst>
            <pc:docMk/>
            <pc:sldMk cId="331147927" sldId="366"/>
            <ac:spMk id="5" creationId="{A32BE79B-A15A-6248-6F38-A4DD0C881F5C}"/>
          </ac:spMkLst>
        </pc:spChg>
        <pc:spChg chg="add mod">
          <ac:chgData name="Mahsa Kasraie" userId="b0f73f83-2aae-444f-a9a8-f83733869729" providerId="ADAL" clId="{E132BD34-5AFC-5CED-807C-59DE328378DC}" dt="2026-09-14T16:40:28.877" v="2502" actId="242"/>
          <ac:spMkLst>
            <pc:docMk/>
            <pc:sldMk cId="331147927" sldId="366"/>
            <ac:spMk id="7" creationId="{8EE968D0-33CE-F5DE-520B-E96275AEFD72}"/>
          </ac:spMkLst>
        </pc:spChg>
        <pc:spChg chg="add mod">
          <ac:chgData name="Mahsa Kasraie" userId="b0f73f83-2aae-444f-a9a8-f83733869729" providerId="ADAL" clId="{E132BD34-5AFC-5CED-807C-59DE328378DC}" dt="2026-09-14T16:39:32.558" v="2498" actId="20577"/>
          <ac:spMkLst>
            <pc:docMk/>
            <pc:sldMk cId="331147927" sldId="366"/>
            <ac:spMk id="10" creationId="{63B4E199-774A-3881-22B7-589CC4F8509C}"/>
          </ac:spMkLst>
        </pc:spChg>
      </pc:sldChg>
      <pc:sldChg chg="delSp modSp add mod">
        <pc:chgData name="Mahsa Kasraie" userId="b0f73f83-2aae-444f-a9a8-f83733869729" providerId="ADAL" clId="{E132BD34-5AFC-5CED-807C-59DE328378DC}" dt="2026-09-11T12:40:50.809" v="1648" actId="20577"/>
        <pc:sldMkLst>
          <pc:docMk/>
          <pc:sldMk cId="1368812411" sldId="367"/>
        </pc:sldMkLst>
        <pc:spChg chg="mod">
          <ac:chgData name="Mahsa Kasraie" userId="b0f73f83-2aae-444f-a9a8-f83733869729" providerId="ADAL" clId="{E132BD34-5AFC-5CED-807C-59DE328378DC}" dt="2026-09-10T19:01:23.145" v="855" actId="20577"/>
          <ac:spMkLst>
            <pc:docMk/>
            <pc:sldMk cId="1368812411" sldId="367"/>
            <ac:spMk id="2" creationId="{0D7159FC-5696-F293-2298-45C3CF0380AD}"/>
          </ac:spMkLst>
        </pc:spChg>
        <pc:spChg chg="mod">
          <ac:chgData name="Mahsa Kasraie" userId="b0f73f83-2aae-444f-a9a8-f83733869729" providerId="ADAL" clId="{E132BD34-5AFC-5CED-807C-59DE328378DC}" dt="2026-09-10T19:09:22.079" v="1392" actId="20577"/>
          <ac:spMkLst>
            <pc:docMk/>
            <pc:sldMk cId="1368812411" sldId="367"/>
            <ac:spMk id="3" creationId="{41D2946B-17AD-F4C9-26AB-BCCD76A23286}"/>
          </ac:spMkLst>
        </pc:spChg>
        <pc:spChg chg="mod">
          <ac:chgData name="Mahsa Kasraie" userId="b0f73f83-2aae-444f-a9a8-f83733869729" providerId="ADAL" clId="{E132BD34-5AFC-5CED-807C-59DE328378DC}" dt="2026-09-11T12:40:50.809" v="1648" actId="20577"/>
          <ac:spMkLst>
            <pc:docMk/>
            <pc:sldMk cId="1368812411" sldId="367"/>
            <ac:spMk id="4" creationId="{200AB6EE-5864-D894-D409-6FD0CB817214}"/>
          </ac:spMkLst>
        </pc:spChg>
      </pc:sldChg>
      <pc:sldMasterChg chg="delSldLayout">
        <pc:chgData name="Mahsa Kasraie" userId="b0f73f83-2aae-444f-a9a8-f83733869729" providerId="ADAL" clId="{E132BD34-5AFC-5CED-807C-59DE328378DC}" dt="2026-09-10T18:10:29.100" v="189" actId="18676"/>
        <pc:sldMasterMkLst>
          <pc:docMk/>
          <pc:sldMasterMk cId="3512804832" sldId="2147485416"/>
        </pc:sldMasterMkLst>
      </pc:sldMasterChg>
      <pc:sldMasterChg chg="delSldLayout">
        <pc:chgData name="Mahsa Kasraie" userId="b0f73f83-2aae-444f-a9a8-f83733869729" providerId="ADAL" clId="{E132BD34-5AFC-5CED-807C-59DE328378DC}" dt="2026-09-10T18:10:29.100" v="189" actId="18676"/>
        <pc:sldMasterMkLst>
          <pc:docMk/>
          <pc:sldMasterMk cId="240681726" sldId="2147486119"/>
        </pc:sldMasterMkLst>
      </pc:sldMasterChg>
    </pc:docChg>
  </pc:docChgLst>
  <pc:docChgLst>
    <pc:chgData name="Srikrish Subramanian" userId="S::srikrish.subramanian@bounteous.com::ffeb5af0-69e9-491b-a89c-b628b796c468" providerId="AD" clId="Web-{706241DF-6864-C552-44C2-1F026DF2CD36}"/>
    <pc:docChg chg="mod modSld">
      <pc:chgData name="Srikrish Subramanian" userId="S::srikrish.subramanian@bounteous.com::ffeb5af0-69e9-491b-a89c-b628b796c468" providerId="AD" clId="Web-{706241DF-6864-C552-44C2-1F026DF2CD36}" dt="2026-09-11T05:18:15.571" v="42" actId="20577"/>
      <pc:docMkLst>
        <pc:docMk/>
      </pc:docMkLst>
      <pc:sldChg chg="modSp modCm">
        <pc:chgData name="Srikrish Subramanian" userId="S::srikrish.subramanian@bounteous.com::ffeb5af0-69e9-491b-a89c-b628b796c468" providerId="AD" clId="Web-{706241DF-6864-C552-44C2-1F026DF2CD36}" dt="2026-09-11T05:18:15.571" v="42" actId="20577"/>
        <pc:sldMkLst>
          <pc:docMk/>
          <pc:sldMk cId="3381918506" sldId="326"/>
        </pc:sldMkLst>
        <pc:spChg chg="mod">
          <ac:chgData name="Srikrish Subramanian" userId="S::srikrish.subramanian@bounteous.com::ffeb5af0-69e9-491b-a89c-b628b796c468" providerId="AD" clId="Web-{706241DF-6864-C552-44C2-1F026DF2CD36}" dt="2026-09-11T05:18:15.571" v="42" actId="20577"/>
          <ac:spMkLst>
            <pc:docMk/>
            <pc:sldMk cId="3381918506" sldId="326"/>
            <ac:spMk id="8" creationId="{361E6AE6-1230-1061-79F3-A24F7D34E6C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rikrish Subramanian" userId="S::srikrish.subramanian@bounteous.com::ffeb5af0-69e9-491b-a89c-b628b796c468" providerId="AD" clId="Web-{706241DF-6864-C552-44C2-1F026DF2CD36}" dt="2026-09-11T05:18:13.899" v="40" actId="20577"/>
              <pc2:cmMkLst xmlns:pc2="http://schemas.microsoft.com/office/powerpoint/2019/9/main/command">
                <pc:docMk/>
                <pc:sldMk cId="3381918506" sldId="326"/>
                <pc2:cmMk id="{EDF50AC0-902B-4313-BDE8-4114EFB19B60}"/>
              </pc2:cmMkLst>
            </pc226:cmChg>
            <pc226:cmChg xmlns:pc226="http://schemas.microsoft.com/office/powerpoint/2022/06/main/command" chg="mod">
              <pc226:chgData name="Srikrish Subramanian" userId="S::srikrish.subramanian@bounteous.com::ffeb5af0-69e9-491b-a89c-b628b796c468" providerId="AD" clId="Web-{706241DF-6864-C552-44C2-1F026DF2CD36}" dt="2026-09-11T05:15:22.518" v="1" actId="20577"/>
              <pc2:cmMkLst xmlns:pc2="http://schemas.microsoft.com/office/powerpoint/2019/9/main/command">
                <pc:docMk/>
                <pc:sldMk cId="3381918506" sldId="326"/>
                <pc2:cmMk id="{26323ECD-5FBD-4388-9154-5A295F291831}"/>
              </pc2:cmMkLst>
            </pc226:cmChg>
          </p:ext>
        </pc:ext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Nunito Sans" panose="000005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Nunito Sans" panose="000005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A12EC-C241-804D-841E-FF7EB5508230}" type="slidenum">
              <a:rPr lang="en-US" smtClean="0">
                <a:latin typeface="Nunito Sans" panose="00000500000000000000" pitchFamily="2" charset="0"/>
              </a:rPr>
              <a:t>‹#›</a:t>
            </a:fld>
            <a:endParaRPr lang="en-US">
              <a:latin typeface="Nunito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unito Sa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unito Sans" panose="00000500000000000000" pitchFamily="2" charset="0"/>
              </a:defRPr>
            </a:lvl1pPr>
          </a:lstStyle>
          <a:p>
            <a:fld id="{3D4639D8-E080-7545-868E-F3FF88BE4E8F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unito Sans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unito Sans" panose="00000500000000000000" pitchFamily="2" charset="0"/>
              </a:defRPr>
            </a:lvl1pPr>
          </a:lstStyle>
          <a:p>
            <a:fld id="{91F51EF0-B69D-8F48-8E86-E9DF91ED2F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Nunito Sans" panose="00000500000000000000" pitchFamily="2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Nunito Sans" panose="00000500000000000000" pitchFamily="2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Nunito Sans" panose="00000500000000000000" pitchFamily="2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Nunito Sans" panose="00000500000000000000" pitchFamily="2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Nunito Sans" panose="00000500000000000000" pitchFamily="2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7E8C8-961E-326F-12AD-B7DF30BF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8C898-C57D-F308-50CE-121182444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58117-51A2-44A7-F1A0-F76C4E8D3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Great at adobe, we understand your business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Value realization that we can drive 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83794-FEA2-F36C-9A33-E3F535E3E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060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A06A-8A32-6F19-59C8-49E650C8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58A3B-8A34-259C-CAB8-446176EA9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BDA6D-0273-FCB4-5EA9-4289271F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38CE2-E7BC-48F1-10E6-3F33B6000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1EF0-B69D-8F48-8E86-E9DF91ED2F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75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A723-7DE9-26AE-C5C3-F0044595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81DEC-39DB-03E8-464C-BC475DCA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9AF44-CD39-CFBD-E10B-FE6533A54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10FEF-E5A6-FE0B-54A2-665343D8A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1EF0-B69D-8F48-8E86-E9DF91ED2F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08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F34E-611F-4D44-A6E1-B0151C33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04FB1-EC3E-956B-B911-666667F4A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AD9E9-A983-B31D-C6BC-4E30A173D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Great at adobe, we understand your business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Value realization that we can drive 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6C0B3-0CFA-9AB9-BFB5-CB76EB069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66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0930-107D-413F-2205-9386308E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5271A-FF20-77A3-B70E-A607F56A6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299B2-BB20-AF4C-5B43-2E60F805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Jennine:</a:t>
            </a:r>
            <a:br>
              <a:rPr lang="en-US" b="0"/>
            </a:br>
            <a:endParaRPr lang="en-US" b="0"/>
          </a:p>
          <a:p>
            <a:r>
              <a:rPr lang="en-US" b="0"/>
              <a:t>Building on the “day in the life” example we just walked through, this slide illustrates the tangible opportunity for </a:t>
            </a:r>
            <a:r>
              <a:rPr lang="en-US" b="0" err="1"/>
              <a:t>KnitWell</a:t>
            </a:r>
            <a:r>
              <a:rPr lang="en-US" b="0"/>
              <a:t>  the measurable productivity gains that can be achieved through AI enablement and quality empowerment based on our experience and experimentation. </a:t>
            </a:r>
          </a:p>
          <a:p>
            <a:endParaRPr lang="en-US" b="0"/>
          </a:p>
          <a:p>
            <a:r>
              <a:rPr lang="en-US" b="0"/>
              <a:t>We are seeing a significant impact within the QA function, where automation and AI can drive 30 to 60 percent improvements in overall productivity. This includes major reductions in test maintenance effort, higher pre-release defect detection, and a significant increase in automated regression coverage.</a:t>
            </a:r>
          </a:p>
          <a:p>
            <a:r>
              <a:rPr lang="en-US" b="0"/>
              <a:t>Beyond QA, the benefits extend across the broader delivery organization. Product Managers see improved focus and decision-making — less time spent on reports and documentation, and more time on strategic priorities. Developers, in turn, experience faster turnaround times, fewer debugging sessions, and accelerated documentation creation — all contributing to higher velocity and quality across the SDLC.</a:t>
            </a:r>
          </a:p>
          <a:p>
            <a:r>
              <a:rPr lang="en-US" b="0"/>
              <a:t>Collectively, these gains highlight the multiplier effect of AI in quality engineering — improving not just efficiency, but the overall effectiveness and alignment of every role that touches product delivery.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8E3DD-3E30-F53C-E7BF-762A0216E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371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4A6F-4BA7-64EB-EB83-56FDF6D8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B712-F47D-FEC2-C18C-1F9916271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EB326-5C0D-3E8D-1830-4952BD019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Jennine:</a:t>
            </a:r>
            <a:br>
              <a:rPr lang="en-US" b="0"/>
            </a:br>
            <a:endParaRPr lang="en-US" b="0"/>
          </a:p>
          <a:p>
            <a:r>
              <a:rPr lang="en-US" b="0"/>
              <a:t>Building on the “day in the life” example we just walked through, this slide illustrates the tangible opportunity for </a:t>
            </a:r>
            <a:r>
              <a:rPr lang="en-US" b="0" err="1"/>
              <a:t>KnitWell</a:t>
            </a:r>
            <a:r>
              <a:rPr lang="en-US" b="0"/>
              <a:t>  the measurable productivity gains that can be achieved through AI enablement and quality empowerment based on our experience and experimentation. </a:t>
            </a:r>
          </a:p>
          <a:p>
            <a:endParaRPr lang="en-US" b="0"/>
          </a:p>
          <a:p>
            <a:r>
              <a:rPr lang="en-US" b="0"/>
              <a:t>We are seeing a significant impact within the QA function, where automation and AI can drive 30 to 60 percent improvements in overall productivity. This includes major reductions in test maintenance effort, higher pre-release defect detection, and a significant increase in automated regression coverage.</a:t>
            </a:r>
          </a:p>
          <a:p>
            <a:r>
              <a:rPr lang="en-US" b="0"/>
              <a:t>Beyond QA, the benefits extend across the broader delivery organization. Product Managers see improved focus and decision-making — less time spent on reports and documentation, and more time on strategic priorities. Developers, in turn, experience faster turnaround times, fewer debugging sessions, and accelerated documentation creation — all contributing to higher velocity and quality across the SDLC.</a:t>
            </a:r>
          </a:p>
          <a:p>
            <a:r>
              <a:rPr lang="en-US" b="0"/>
              <a:t>Collectively, these gains highlight the multiplier effect of AI in quality engineering — improving not just efficiency, but the overall effectiveness and alignment of every role that touches product delivery.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D9E3-6AB4-491F-8819-C72C4E875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414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CE4C-23CF-7605-84CC-E9D67E39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0F054-FEE6-A28C-AD83-636305747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7687F-2D66-A97F-B0BA-06460E22C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Great at adobe, we understand your business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Value realization that we can drive 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8C333-3347-0110-3681-9536EBDBF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23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7C54-A6BB-DD4A-88D3-54CA7B8C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8F7DF-4B26-6820-1672-9EE3BCA3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03AD8-FA57-E9DB-EBD1-BFB73377C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Jennine:</a:t>
            </a:r>
            <a:br>
              <a:rPr lang="en-US" b="0"/>
            </a:br>
            <a:endParaRPr lang="en-US" b="0"/>
          </a:p>
          <a:p>
            <a:r>
              <a:rPr lang="en-US" b="0"/>
              <a:t>Building on the “day in the life” example we just walked through, this slide illustrates the tangible opportunity for </a:t>
            </a:r>
            <a:r>
              <a:rPr lang="en-US" b="0" err="1"/>
              <a:t>KnitWell</a:t>
            </a:r>
            <a:r>
              <a:rPr lang="en-US" b="0"/>
              <a:t>  the measurable productivity gains that can be achieved through AI enablement and quality empowerment based on our experience and experimentation. </a:t>
            </a:r>
          </a:p>
          <a:p>
            <a:endParaRPr lang="en-US" b="0"/>
          </a:p>
          <a:p>
            <a:r>
              <a:rPr lang="en-US" b="0"/>
              <a:t>We are seeing a significant impact within the QA function, where automation and AI can drive 30 to 60 percent improvements in overall productivity. This includes major reductions in test maintenance effort, higher pre-release defect detection, and a significant increase in automated regression coverage.</a:t>
            </a:r>
          </a:p>
          <a:p>
            <a:r>
              <a:rPr lang="en-US" b="0"/>
              <a:t>Beyond QA, the benefits extend across the broader delivery organization. Product Managers see improved focus and decision-making — less time spent on reports and documentation, and more time on strategic priorities. Developers, in turn, experience faster turnaround times, fewer debugging sessions, and accelerated documentation creation — all contributing to higher velocity and quality across the SDLC.</a:t>
            </a:r>
          </a:p>
          <a:p>
            <a:r>
              <a:rPr lang="en-US" b="0"/>
              <a:t>Collectively, these gains highlight the multiplier effect of AI in quality engineering — improving not just efficiency, but the overall effectiveness and alignment of every role that touches product delivery.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3197C-D256-CA08-6459-810A9C6C8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F51EF0-B69D-8F48-8E86-E9DF91ED2F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418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42201-AD1F-2E95-8492-9C51ED31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7E447-C460-3DCB-E630-AED256585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B7522-C206-2551-8BAF-AD1CD6512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7C8F-3109-7150-BB58-C2022E2E9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1EF0-B69D-8F48-8E86-E9DF91ED2F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3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0C7DB9E-00A7-F240-A38E-25708820B1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1057782"/>
            <a:ext cx="6716209" cy="3162402"/>
          </a:xfrm>
        </p:spPr>
        <p:txBody>
          <a:bodyPr tIns="45720" numCol="1" anchor="ctr">
            <a:noAutofit/>
          </a:bodyPr>
          <a:lstStyle>
            <a:lvl1pPr marL="406400" indent="-406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First section</a:t>
            </a:r>
          </a:p>
          <a:p>
            <a:pPr lvl="0"/>
            <a:r>
              <a:rPr lang="en-US"/>
              <a:t>Second section</a:t>
            </a:r>
          </a:p>
          <a:p>
            <a:pPr lvl="0"/>
            <a:r>
              <a:rPr lang="en-US"/>
              <a:t>Third section</a:t>
            </a:r>
          </a:p>
          <a:p>
            <a:pPr lvl="0"/>
            <a:r>
              <a:rPr lang="en-US"/>
              <a:t>Fourth section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222401" y="1057782"/>
            <a:ext cx="1692998" cy="3162402"/>
          </a:xfrm>
        </p:spPr>
        <p:txBody>
          <a:bodyPr tIns="45720" numCol="1" anchor="ctr">
            <a:noAutofit/>
          </a:bodyPr>
          <a:lstStyle>
            <a:lvl1pPr marL="406400" indent="-4064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4EC3E-68AD-A997-F26E-01BFD420FA14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D7C37-9FD4-717E-A166-4FC55B11A047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1F3A70-8D9C-8255-F1AA-CCE56FC7A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72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Innovation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953CD83-8EE9-464E-B853-88410C54B392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911DB-DE74-904C-83A6-4CF3D29456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742949"/>
            <a:ext cx="3600000" cy="166528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ED480-DF44-7247-9265-9DC722D36D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82863"/>
            <a:ext cx="3600000" cy="2122487"/>
          </a:xfrm>
        </p:spPr>
        <p:txBody>
          <a:bodyPr/>
          <a:lstStyle>
            <a:lvl1pPr>
              <a:lnSpc>
                <a:spcPct val="100000"/>
              </a:lnSpc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1A762EC-6FE8-E541-F70C-3608AD253BB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B1C46-D450-207E-C40E-64BB100ABB6D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CAA53-C95F-0209-F7F9-4F045D63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58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3BE0451-D589-AFC0-BFD2-EF02C9F74198}"/>
              </a:ext>
            </a:extLst>
          </p:cNvPr>
          <p:cNvPicPr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478" r="21899"/>
          <a:stretch/>
        </p:blipFill>
        <p:spPr>
          <a:xfrm>
            <a:off x="6748757" y="0"/>
            <a:ext cx="2395243" cy="5143500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C777D42-7E7A-E943-B5A8-BB0A9B25CB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1216152"/>
            <a:ext cx="5976000" cy="114141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Primary Text Styles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7E6262E-97FA-B844-A444-F16269FF1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599" y="2578609"/>
            <a:ext cx="2880000" cy="173736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9A94925-E71A-844C-B2D3-0DCF7B5792B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F900AF1-5627-89BA-DCA5-0356F007F06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24600" y="2578609"/>
            <a:ext cx="2880000" cy="173736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73C1E38-7A99-9BB5-B373-D05F745527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25930" y="1296305"/>
            <a:ext cx="1980000" cy="484258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B75388ED-6076-5322-9C6C-7F64E72225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25930" y="775223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869B6E3C-FA0D-77B5-9F64-383F2F7BD7E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25930" y="2667905"/>
            <a:ext cx="1980000" cy="37453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468F9B8-6CD2-938F-5432-CBA554247BB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25930" y="2146823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F8DE079-6494-6B51-A96F-3566E9BB44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25930" y="4021217"/>
            <a:ext cx="1980000" cy="337954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F6444E9-DA96-4899-52D7-14CC94E23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25930" y="3500135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5615A-283A-7336-7B79-9BAE1055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9CA0EE-452C-4658-46F3-F7BE4559AF7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2C8AD-39BE-54FF-AA0A-BF61623041BC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58714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 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0B1A5ED-0DD6-394C-B985-697157D3C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599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8504900-D06E-924B-917F-434599016D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040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9AE48D-9EAC-5A4F-8D3C-5C2E54C637E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2C1BB6F-7F66-9148-87DE-1D60A87EB1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CFC01A4-6BDE-2C49-84C0-7109C1C3EB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42950"/>
            <a:ext cx="6795416" cy="598226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EB6D5A6-C258-7545-8F4C-DF49FFF6177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233915" y="2217102"/>
            <a:ext cx="3240805" cy="2291831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B70CCFD8-41F4-3646-B296-344A348749E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787041" y="2217102"/>
            <a:ext cx="3236976" cy="2291836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B9588-2323-8532-6ABB-05A2B800890F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99870-01EF-52B3-C212-A5A788F3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6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 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599" y="742950"/>
            <a:ext cx="7606982" cy="786369"/>
          </a:xfrm>
        </p:spPr>
        <p:txBody>
          <a:bodyPr anchor="b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EA960E-F7EC-934D-A820-474D9A494D20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4C84A2-2AFB-374F-8AA7-FB7C26CB44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7755" y="1857652"/>
            <a:ext cx="2432304" cy="450199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9740B21-258E-D645-8198-DA6EBBDF7C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22602" y="1857652"/>
            <a:ext cx="2428132" cy="450199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6E4F2C6-6A67-AE46-B391-F67522E3F8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03277" y="1859795"/>
            <a:ext cx="2432304" cy="448056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50EFB11F-475B-8C48-9BA2-540B57E91C1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0C7BE8B6-9115-DE46-A6C0-DD665F4235E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237755" y="2556199"/>
            <a:ext cx="2435775" cy="1989164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3D2CFE45-37CB-EB4C-9295-FD3C0774059B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822251" y="2556199"/>
            <a:ext cx="2432304" cy="1989168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CF80A01-45CF-6C4D-97B0-DA4ED8BCD081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5403277" y="2556199"/>
            <a:ext cx="2432304" cy="1989168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97955-D7D0-A5A0-06EC-5F3724ED8023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87E1C-74C9-2A71-009B-A0A2BE86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18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 Column Titles w/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8609558-C055-F945-8E89-D4857DFDA542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48" name="Content Placeholder 5">
            <a:extLst>
              <a:ext uri="{FF2B5EF4-FFF2-40B4-BE49-F238E27FC236}">
                <a16:creationId xmlns:a16="http://schemas.microsoft.com/office/drawing/2014/main" id="{651D05B5-47E5-9B4E-A296-B5E38EB9264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7097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3174EC92-8A0D-374B-9790-673BF00BEE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23892" y="2094291"/>
            <a:ext cx="1810405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16" name="Content Placeholder 5">
            <a:extLst>
              <a:ext uri="{FF2B5EF4-FFF2-40B4-BE49-F238E27FC236}">
                <a16:creationId xmlns:a16="http://schemas.microsoft.com/office/drawing/2014/main" id="{BE661707-C728-714A-9F7E-FDEFF4ED551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523892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9" name="Text Placeholder 2">
            <a:extLst>
              <a:ext uri="{FF2B5EF4-FFF2-40B4-BE49-F238E27FC236}">
                <a16:creationId xmlns:a16="http://schemas.microsoft.com/office/drawing/2014/main" id="{25488E08-28B3-BB46-84C7-1FFD03DFA2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9231" y="2094291"/>
            <a:ext cx="181795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0" name="Content Placeholder 5">
            <a:extLst>
              <a:ext uri="{FF2B5EF4-FFF2-40B4-BE49-F238E27FC236}">
                <a16:creationId xmlns:a16="http://schemas.microsoft.com/office/drawing/2014/main" id="{6ABF7AC3-D9EC-634F-BD42-186E9DB50BA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699231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F99F3871-57D3-9A4C-8AB8-3997843685C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82123" y="2094291"/>
            <a:ext cx="180467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4" name="Content Placeholder 5">
            <a:extLst>
              <a:ext uri="{FF2B5EF4-FFF2-40B4-BE49-F238E27FC236}">
                <a16:creationId xmlns:a16="http://schemas.microsoft.com/office/drawing/2014/main" id="{40301F36-C504-2D47-9F13-6179969F45B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882123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362DCF5E-DF15-2244-9FD1-8743CAA2FB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7097" y="2094291"/>
            <a:ext cx="1811861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F22B1CC-B00B-1448-B588-1535396A4C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C4118877-B7DE-2046-8671-74C033D125B2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47097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47BC94C9-17BB-864B-A67C-9144A0F8AB95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2523892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AD635848-1173-EE41-9EBB-AB4B819B992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699231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994639CC-996B-0044-95DA-557AE5A334A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6882123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6">
            <a:extLst>
              <a:ext uri="{FF2B5EF4-FFF2-40B4-BE49-F238E27FC236}">
                <a16:creationId xmlns:a16="http://schemas.microsoft.com/office/drawing/2014/main" id="{C60E5517-70F7-594A-A8B4-DE8E2182E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951" y="742950"/>
            <a:ext cx="8451849" cy="455509"/>
          </a:xfrm>
        </p:spPr>
        <p:txBody>
          <a:bodyPr anchor="b" anchorCtr="0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C18FE-45E8-E409-ADD4-1E3D8B0BABFE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19BFA-A15C-38E1-4CD9-EA1FB92F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47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8ABC1BB-1EA9-4A4F-B29A-94BDD54B9E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7776000" cy="386552"/>
          </a:xfrm>
        </p:spPr>
        <p:txBody>
          <a:bodyPr anchor="b" anchorCtr="0">
            <a:no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A971C-18BF-C106-5FCA-DF34EA6D12A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E6D121-B591-890F-365F-BB5A52F7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8691633" cy="384048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78599C-DFF5-DB49-835A-8675207C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" y="1099250"/>
            <a:ext cx="8696464" cy="3478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5F427-7165-76EB-0C84-76317C63C8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B254-FD07-DE0A-10CE-0008DD6A014A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BC48F-37C2-DC5E-89B9-8B7B78C1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29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78599C-DFF5-DB49-835A-8675207C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" y="1404053"/>
            <a:ext cx="8696464" cy="31439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76F3F17-57C2-2149-BA32-142A4ED004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598" y="941199"/>
            <a:ext cx="8691633" cy="380409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6F10B-B67D-41F9-B2BA-671F3970231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AB686-4FDD-816C-8DF3-ABA7C3CD3005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BA95A4F-8224-59BB-811C-367A7EF80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8844"/>
            <a:ext cx="8691632" cy="380409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410CA-47BA-F258-5149-E462A2FC4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25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149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CDCDF-8A4E-1BF8-0094-D5697D3AD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89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B8F3428-4EDB-B84B-954E-2350C8C67CC0}"/>
              </a:ext>
            </a:extLst>
          </p:cNvPr>
          <p:cNvSpPr txBox="1"/>
          <p:nvPr/>
        </p:nvSpPr>
        <p:spPr>
          <a:xfrm>
            <a:off x="8289101" y="10801602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EAF0D9-FDE0-2145-9361-20BA0D544E7A}"/>
              </a:ext>
            </a:extLst>
          </p:cNvPr>
          <p:cNvSpPr/>
          <p:nvPr/>
        </p:nvSpPr>
        <p:spPr>
          <a:xfrm>
            <a:off x="4737263" y="0"/>
            <a:ext cx="4406737" cy="5143500"/>
          </a:xfrm>
          <a:prstGeom prst="rect">
            <a:avLst/>
          </a:prstGeom>
          <a:gradFill>
            <a:gsLst>
              <a:gs pos="24000">
                <a:srgbClr val="E2D9D1"/>
              </a:gs>
              <a:gs pos="89000">
                <a:srgbClr val="E2D9D1"/>
              </a:gs>
            </a:gsLst>
            <a:path path="circle">
              <a:fillToRect r="100000" b="100000"/>
            </a:path>
          </a:gradFill>
          <a:ln w="5754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36E0029-C59A-134D-9AD9-4017E410D5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598" y="1856922"/>
            <a:ext cx="3960000" cy="415636"/>
          </a:xfrm>
        </p:spPr>
        <p:txBody>
          <a:bodyPr anchor="t" anchorCtr="0"/>
          <a:lstStyle>
            <a:lvl1pPr algn="l">
              <a:lnSpc>
                <a:spcPct val="100000"/>
              </a:lnSpc>
              <a:spcAft>
                <a:spcPts val="0"/>
              </a:spcAft>
              <a:defRPr lang="en-US" sz="2400" b="0" i="0" kern="1200" baseline="0" dirty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Name Goes Here</a:t>
            </a:r>
          </a:p>
          <a:p>
            <a:pPr lvl="0"/>
            <a:endParaRPr lang="en-US"/>
          </a:p>
        </p:txBody>
      </p:sp>
      <p:sp>
        <p:nvSpPr>
          <p:cNvPr id="27" name="Content Placeholder 33">
            <a:extLst>
              <a:ext uri="{FF2B5EF4-FFF2-40B4-BE49-F238E27FC236}">
                <a16:creationId xmlns:a16="http://schemas.microsoft.com/office/drawing/2014/main" id="{76B89A37-5EAF-8540-AD6D-39C3B855D6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28598" y="2341204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2">
                    <a:lumMod val="25000"/>
                  </a:schemeClr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8" name="Content Placeholder 33">
            <a:extLst>
              <a:ext uri="{FF2B5EF4-FFF2-40B4-BE49-F238E27FC236}">
                <a16:creationId xmlns:a16="http://schemas.microsoft.com/office/drawing/2014/main" id="{FEDFE1B9-831D-EF44-99DA-55D49F0DA58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28598" y="2585508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800" b="0" i="0" cap="all" spc="180" baseline="0">
                <a:solidFill>
                  <a:schemeClr val="accent3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LOCATION GOES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80B2140-7B6D-FA4C-9C15-06E4BFE1299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4951A-D431-884B-805C-22418587C6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599" y="2950651"/>
            <a:ext cx="3960000" cy="1677190"/>
          </a:xfrm>
        </p:spPr>
        <p:txBody>
          <a:bodyPr/>
          <a:lstStyle>
            <a:lvl1pPr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>
              <a:defRPr b="0" i="0">
                <a:solidFill>
                  <a:schemeClr val="tx2"/>
                </a:solidFill>
              </a:defRPr>
            </a:lvl2pPr>
            <a:lvl3pPr>
              <a:defRPr b="0" i="0">
                <a:solidFill>
                  <a:schemeClr val="tx2"/>
                </a:solidFill>
              </a:defRPr>
            </a:lvl3pPr>
            <a:lvl4pPr>
              <a:defRPr b="0" i="0">
                <a:solidFill>
                  <a:schemeClr val="tx2"/>
                </a:solidFill>
              </a:defRPr>
            </a:lvl4pPr>
            <a:lvl5pPr>
              <a:defRPr b="0" i="0">
                <a:solidFill>
                  <a:schemeClr val="tx2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en-US"/>
              <a:t>Click to edit Primary text styles..</a:t>
            </a:r>
            <a:r>
              <a:rPr lang="en-US" sz="1000" b="1">
                <a:solidFill>
                  <a:srgbClr val="372884"/>
                </a:solidFill>
                <a:latin typeface="Nunito Sans SemiBold" pitchFamily="2" charset="77"/>
              </a:rPr>
              <a:t>.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C463AD3-8E29-8550-14ED-C2CE7A1BBA84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228599" y="751872"/>
            <a:ext cx="1041400" cy="1041400"/>
          </a:xfrm>
          <a:prstGeom prst="ellipse">
            <a:avLst/>
          </a:prstGeom>
        </p:spPr>
        <p:txBody>
          <a:bodyPr anchor="ctr" anchorCtr="1"/>
          <a:lstStyle>
            <a:lvl1pPr marL="230188" marR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/>
            </a:pPr>
            <a:r>
              <a:rPr lang="en-US"/>
              <a:t>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B54A8-DB76-E0CF-EE6F-4794A0ED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84A88-9FAC-3522-CCDB-4562417196F3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93AE9-177E-0E02-7B69-57FCF28A94E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13684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laschard Alt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"/>
          <p:cNvSpPr>
            <a:spLocks noGrp="1"/>
          </p:cNvSpPr>
          <p:nvPr>
            <p:ph type="pic" idx="13" hasCustomPrompt="1"/>
          </p:nvPr>
        </p:nvSpPr>
        <p:spPr>
          <a:xfrm>
            <a:off x="4571999" y="0"/>
            <a:ext cx="4572003" cy="5143500"/>
          </a:xfrm>
          <a:prstGeom prst="rect">
            <a:avLst/>
          </a:prstGeom>
        </p:spPr>
        <p:txBody>
          <a:bodyPr lIns="91439" tIns="45719" rIns="91439" bIns="45719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Place image here</a:t>
            </a:r>
            <a:endParaRPr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1CDBBA3E-5CC7-5CB7-C928-91BD51B12C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791157"/>
            <a:ext cx="3960000" cy="1292095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5188807-83C6-EFF4-2436-D46D3CAD14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599" y="2226345"/>
            <a:ext cx="3960000" cy="1913193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800"/>
            </a:lvl1pPr>
            <a:lvl2pPr>
              <a:spcAft>
                <a:spcPts val="600"/>
              </a:spcAft>
              <a:defRPr sz="800"/>
            </a:lvl2pPr>
            <a:lvl3pPr>
              <a:spcAft>
                <a:spcPts val="600"/>
              </a:spcAft>
              <a:defRPr sz="800"/>
            </a:lvl3pPr>
            <a:lvl4pPr>
              <a:spcAft>
                <a:spcPts val="600"/>
              </a:spcAft>
              <a:defRPr sz="800"/>
            </a:lvl4pPr>
            <a:lvl5pPr>
              <a:spcAft>
                <a:spcPts val="600"/>
              </a:spcAft>
              <a:defRPr sz="800"/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45011C99-2BA9-4F2C-5DD1-6DC898D7019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8599" y="227839"/>
            <a:ext cx="1008000" cy="324000"/>
          </a:xfr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 b="0" i="0" baseline="0">
                <a:solidFill>
                  <a:schemeClr val="accent6"/>
                </a:solidFill>
                <a:latin typeface="Nunito Sans" pitchFamily="2" charset="77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Drag logo here and right align.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62FEA-19E0-8D7F-C36B-B0A9F31BE60E}"/>
              </a:ext>
            </a:extLst>
          </p:cNvPr>
          <p:cNvSpPr txBox="1"/>
          <p:nvPr/>
        </p:nvSpPr>
        <p:spPr>
          <a:xfrm>
            <a:off x="228600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550" b="0" i="0" cap="none" spc="20" baseline="0">
                <a:solidFill>
                  <a:schemeClr val="bg2">
                    <a:lumMod val="2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>
                    <a:lumMod val="2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>
                  <a:lumMod val="2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46004-4560-F960-616A-1A04E6C8A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2143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32">
          <p15:clr>
            <a:srgbClr val="FBAE40"/>
          </p15:clr>
        </p15:guide>
        <p15:guide id="2" pos="5616">
          <p15:clr>
            <a:srgbClr val="FBAE40"/>
          </p15:clr>
        </p15:guide>
        <p15:guide id="3" pos="5496">
          <p15:clr>
            <a:srgbClr val="FBAE40"/>
          </p15:clr>
        </p15:guide>
        <p15:guide id="4" orient="horz" pos="3060">
          <p15:clr>
            <a:srgbClr val="FBAE40"/>
          </p15:clr>
        </p15:guide>
        <p15:guide id="6" pos="2016">
          <p15:clr>
            <a:srgbClr val="FBAE40"/>
          </p15:clr>
        </p15:guide>
        <p15:guide id="7" orient="horz" pos="1212">
          <p15:clr>
            <a:srgbClr val="FBAE40"/>
          </p15:clr>
        </p15:guide>
        <p15:guide id="8" orient="horz" pos="660">
          <p15:clr>
            <a:srgbClr val="FBAE40"/>
          </p15:clr>
        </p15:guide>
        <p15:guide id="9" pos="1008">
          <p15:clr>
            <a:srgbClr val="FBAE40"/>
          </p15:clr>
        </p15:guide>
        <p15:guide id="10" orient="horz" pos="291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F3BFF3-86BB-EE2A-BC0F-AEA8A20E6F5C}"/>
              </a:ext>
            </a:extLst>
          </p:cNvPr>
          <p:cNvSpPr/>
          <p:nvPr/>
        </p:nvSpPr>
        <p:spPr>
          <a:xfrm>
            <a:off x="0" y="0"/>
            <a:ext cx="9144000" cy="5200153"/>
          </a:xfrm>
          <a:prstGeom prst="rect">
            <a:avLst/>
          </a:prstGeom>
          <a:gradFill>
            <a:gsLst>
              <a:gs pos="0">
                <a:srgbClr val="3D213B"/>
              </a:gs>
              <a:gs pos="94000">
                <a:srgbClr val="3B052E"/>
              </a:gs>
            </a:gsLst>
            <a:lin ang="4800000" scaled="0"/>
          </a:gra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1404B1AE-8010-2542-987B-B31FC146A126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222001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5" name="Content Placeholder 33">
            <a:extLst>
              <a:ext uri="{FF2B5EF4-FFF2-40B4-BE49-F238E27FC236}">
                <a16:creationId xmlns:a16="http://schemas.microsoft.com/office/drawing/2014/main" id="{A13134ED-1A72-FC4B-8D1C-B0FE61A700C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222001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6" name="Content Placeholder 33">
            <a:extLst>
              <a:ext uri="{FF2B5EF4-FFF2-40B4-BE49-F238E27FC236}">
                <a16:creationId xmlns:a16="http://schemas.microsoft.com/office/drawing/2014/main" id="{C29B1B53-8735-5E42-83DF-1C39EE55601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222001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37" name="Content Placeholder 33">
            <a:extLst>
              <a:ext uri="{FF2B5EF4-FFF2-40B4-BE49-F238E27FC236}">
                <a16:creationId xmlns:a16="http://schemas.microsoft.com/office/drawing/2014/main" id="{DB2315F3-E474-2646-93FD-39D6FB59F2E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28599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8" name="Content Placeholder 33">
            <a:extLst>
              <a:ext uri="{FF2B5EF4-FFF2-40B4-BE49-F238E27FC236}">
                <a16:creationId xmlns:a16="http://schemas.microsoft.com/office/drawing/2014/main" id="{97E00862-5A7B-6140-87A8-D23C6920587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28599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B506F2-CB94-504D-B6D1-7278DDC0A6D6}"/>
              </a:ext>
            </a:extLst>
          </p:cNvPr>
          <p:cNvSpPr txBox="1"/>
          <p:nvPr/>
        </p:nvSpPr>
        <p:spPr>
          <a:xfrm>
            <a:off x="228600" y="742950"/>
            <a:ext cx="434340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0" i="0">
                <a:solidFill>
                  <a:schemeClr val="bg1"/>
                </a:solidFill>
                <a:latin typeface="Nunito Sans ExtraLight" pitchFamily="2" charset="77"/>
              </a:rPr>
              <a:t>Thank you.</a:t>
            </a:r>
          </a:p>
        </p:txBody>
      </p: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id="{D136B4FE-4AFF-7F40-B5CA-AE35BFD130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3222001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5" name="Content Placeholder 33">
            <a:extLst>
              <a:ext uri="{FF2B5EF4-FFF2-40B4-BE49-F238E27FC236}">
                <a16:creationId xmlns:a16="http://schemas.microsoft.com/office/drawing/2014/main" id="{5C7E2FA4-7784-2C47-A439-49BBA79FCDE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228599" y="3401319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6" name="Content Placeholder 33">
            <a:extLst>
              <a:ext uri="{FF2B5EF4-FFF2-40B4-BE49-F238E27FC236}">
                <a16:creationId xmlns:a16="http://schemas.microsoft.com/office/drawing/2014/main" id="{AB10F353-42F4-A545-9AD5-B5D78FB74E39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28599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EE096E33-73D0-B4A0-632A-10AAAE3E4D3B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6215403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" name="Content Placeholder 33">
            <a:extLst>
              <a:ext uri="{FF2B5EF4-FFF2-40B4-BE49-F238E27FC236}">
                <a16:creationId xmlns:a16="http://schemas.microsoft.com/office/drawing/2014/main" id="{0AB75398-6139-2D53-3C17-74B4543485E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215403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7" name="Content Placeholder 33">
            <a:extLst>
              <a:ext uri="{FF2B5EF4-FFF2-40B4-BE49-F238E27FC236}">
                <a16:creationId xmlns:a16="http://schemas.microsoft.com/office/drawing/2014/main" id="{BE7D61E7-1A63-909B-3836-53F43BAC1DE4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6215403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8" name="Content Placeholder 33">
            <a:extLst>
              <a:ext uri="{FF2B5EF4-FFF2-40B4-BE49-F238E27FC236}">
                <a16:creationId xmlns:a16="http://schemas.microsoft.com/office/drawing/2014/main" id="{2EFFCC38-8850-59C4-1639-E589C913B42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6215403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20B4C7-078E-D968-F349-D8151298C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95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Only 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8CAED-83BD-1EB2-4129-0D9CA702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5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 Dark">
    <p:bg>
      <p:bgPr>
        <a:solidFill>
          <a:srgbClr val="3C1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0724F-404E-99B4-C8E4-DBB6409E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39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Dark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A77D3-4998-EA0C-C4ED-E71EFF92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3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ntro + Infographics Side by Side">
    <p:bg>
      <p:bgPr>
        <a:solidFill>
          <a:srgbClr val="3A0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6DC867-1892-EE41-ADED-A020B098F6AA}"/>
              </a:ext>
            </a:extLst>
          </p:cNvPr>
          <p:cNvSpPr/>
          <p:nvPr/>
        </p:nvSpPr>
        <p:spPr>
          <a:xfrm>
            <a:off x="-3891" y="0"/>
            <a:ext cx="2851842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520F04-BA52-46F2-90AE-82906163FD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598" y="742950"/>
            <a:ext cx="2448000" cy="144819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 i="0">
                <a:solidFill>
                  <a:schemeClr val="accent1"/>
                </a:solidFill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Text Styles,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632697" y="742950"/>
            <a:ext cx="4825503" cy="36711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16C8D8-F650-B54C-AF1E-10F93148CF9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8" y="228600"/>
            <a:ext cx="2448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A55B0-1301-E748-AC34-BEE6E3A904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8" y="2571750"/>
            <a:ext cx="2448000" cy="1878355"/>
          </a:xfrm>
        </p:spPr>
        <p:txBody>
          <a:bodyPr/>
          <a:lstStyle>
            <a:lvl1pPr>
              <a:defRPr sz="900" b="0" i="0">
                <a:latin typeface="Nunito Sans Light" pitchFamily="2" charset="77"/>
              </a:defRPr>
            </a:lvl1pPr>
            <a:lvl2pPr>
              <a:defRPr sz="900" b="0" i="0">
                <a:latin typeface="Nunito Sans Light" pitchFamily="2" charset="77"/>
              </a:defRPr>
            </a:lvl2pPr>
            <a:lvl3pPr>
              <a:defRPr sz="900" b="0" i="0">
                <a:latin typeface="Nunito Sans Light" pitchFamily="2" charset="77"/>
              </a:defRPr>
            </a:lvl3pPr>
            <a:lvl4pPr>
              <a:defRPr sz="900" b="0" i="0">
                <a:latin typeface="Nunito Sans Light" pitchFamily="2" charset="77"/>
              </a:defRPr>
            </a:lvl4pPr>
            <a:lvl5pPr>
              <a:defRPr sz="900" b="0" i="0">
                <a:latin typeface="Nunito Sans Light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51AC-6BE0-4DD3-CED4-F47346F08B9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3837D-852F-2B21-2C79-070D9281CF2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1766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bar Team Description 3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3E5959-7261-A258-7596-74FD6ACF8280}"/>
              </a:ext>
            </a:extLst>
          </p:cNvPr>
          <p:cNvPicPr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344" r="10625"/>
          <a:stretch/>
        </p:blipFill>
        <p:spPr>
          <a:xfrm>
            <a:off x="0" y="5074"/>
            <a:ext cx="3067396" cy="5143500"/>
          </a:xfrm>
          <a:prstGeom prst="rect">
            <a:avLst/>
          </a:prstGeom>
        </p:spPr>
      </p:pic>
      <p:sp>
        <p:nvSpPr>
          <p:cNvPr id="22" name="Picture Placeholder 16"/>
          <p:cNvSpPr>
            <a:spLocks noGrp="1"/>
          </p:cNvSpPr>
          <p:nvPr>
            <p:ph type="pic" sz="quarter" idx="33"/>
          </p:nvPr>
        </p:nvSpPr>
        <p:spPr>
          <a:xfrm>
            <a:off x="3674909" y="48869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16"/>
          <p:cNvSpPr>
            <a:spLocks noGrp="1"/>
          </p:cNvSpPr>
          <p:nvPr>
            <p:ph type="pic" sz="quarter" idx="34"/>
          </p:nvPr>
        </p:nvSpPr>
        <p:spPr>
          <a:xfrm>
            <a:off x="3661164" y="194808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5015060" y="1978826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5015060" y="2245019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015060" y="2448639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5015060" y="493079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5015060" y="763063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5015060" y="966682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CFCEE-509E-0A43-A3EE-0CF831836CCB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42557401-13EC-D044-B85D-EA5E9FD1B3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600" y="228600"/>
            <a:ext cx="2680853" cy="147600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600" b="0" i="0" kern="1200" cap="all" spc="180" baseline="0" dirty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2F5EA9A-DA71-1145-91C5-30441EA92C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8599" y="742950"/>
            <a:ext cx="2680855" cy="3872081"/>
          </a:xfr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US" sz="3200" b="0" i="0" kern="1200" cap="none" spc="0" baseline="0" dirty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FE718-AEF4-11C4-2877-A531D04B16B5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F141E3BA-8272-71C4-B505-DAE8FD4C5CB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61164" y="3438216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FD496D-C6F1-073E-EAB0-9B19E86710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15060" y="3509473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194CFB-4BAD-F18A-D0AE-4FA0E42FD2B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5060" y="3775666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797E2A-FD8F-4191-AF7A-5CEB82FD82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15060" y="3979286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3735EA-2F02-1031-59C0-B662619B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74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tatement 0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FDA30F-D692-6099-2A7D-735E53CD5E22}"/>
              </a:ext>
            </a:extLst>
          </p:cNvPr>
          <p:cNvSpPr/>
          <p:nvPr/>
        </p:nvSpPr>
        <p:spPr>
          <a:xfrm>
            <a:off x="0" y="1326"/>
            <a:ext cx="2854800" cy="51421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 ExtraBol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310128" y="742950"/>
            <a:ext cx="5404104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91543F0-FE87-0574-2A0F-ABBC8C5A6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1198386"/>
            <a:ext cx="2386713" cy="561692"/>
          </a:xfrm>
        </p:spPr>
        <p:txBody>
          <a:bodyPr anchor="b">
            <a:normAutofit/>
          </a:bodyPr>
          <a:lstStyle>
            <a:lvl1pPr>
              <a:defRPr sz="20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7B22E6C-3135-EC30-FE44-EF3160440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9" y="1924050"/>
            <a:ext cx="2386713" cy="2690897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DD63C9-E29C-38E8-6205-17983CE05C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039938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none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82B15E-6D02-1DDE-2D9D-75214FE3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" y="4745484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02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tatement 0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FDA30F-D692-6099-2A7D-735E53CD5E22}"/>
              </a:ext>
            </a:extLst>
          </p:cNvPr>
          <p:cNvSpPr/>
          <p:nvPr/>
        </p:nvSpPr>
        <p:spPr>
          <a:xfrm>
            <a:off x="-1" y="7430"/>
            <a:ext cx="4360333" cy="5142174"/>
          </a:xfrm>
          <a:prstGeom prst="rect">
            <a:avLst/>
          </a:prstGeom>
          <a:solidFill>
            <a:srgbClr val="3A0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 ExtraBol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310128" y="742950"/>
            <a:ext cx="5404104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91543F0-FE87-0574-2A0F-ABBC8C5A6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1198386"/>
            <a:ext cx="2386713" cy="561692"/>
          </a:xfrm>
        </p:spPr>
        <p:txBody>
          <a:bodyPr anchor="b">
            <a:normAutofit/>
          </a:bodyPr>
          <a:lstStyle>
            <a:lvl1pPr>
              <a:defRPr sz="20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7B22E6C-3135-EC30-FE44-EF3160440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9" y="1924050"/>
            <a:ext cx="2386713" cy="26908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DD63C9-E29C-38E8-6205-17983CE05C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039938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none" spc="180" baseline="0" dirty="0" smtClean="0">
                <a:solidFill>
                  <a:schemeClr val="bg1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44BC8-4C24-3B4E-5A4A-21D262B5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" y="4739129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34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8691633" cy="384048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5F427-7165-76EB-0C84-76317C63C8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36576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B254-FD07-DE0A-10CE-0008DD6A014A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BC48F-37C2-DC5E-89B9-8B7B78C1D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6A7436-1647-41CF-FF39-FB44EE64621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598" y="941199"/>
            <a:ext cx="8691633" cy="380409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376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EB3F9F6-9A26-0D4E-84A0-02967DE6CF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9" y="1586993"/>
            <a:ext cx="4320000" cy="1665024"/>
          </a:xfrm>
        </p:spPr>
        <p:txBody>
          <a:bodyPr anchor="b" anchorCtr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0" i="0" cap="none" baseline="0" smtClean="0">
                <a:solidFill>
                  <a:schemeClr val="bg1"/>
                </a:solidFill>
                <a:effectLst/>
                <a:latin typeface="Nunito Sans Light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This title will resize to fit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9B327131-44D7-4E42-8A9A-A860F08DB2A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55412" y="0"/>
            <a:ext cx="4088588" cy="5143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spcAft>
                <a:spcPts val="0"/>
              </a:spcAft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Drag/Drop or select image icon to place optional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6C2B944-079F-014A-8D43-F3CEFD96C4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559447"/>
            <a:ext cx="4320000" cy="257282"/>
          </a:xfrm>
        </p:spPr>
        <p:txBody>
          <a:bodyPr/>
          <a:lstStyle>
            <a:lvl1pPr>
              <a:defRPr sz="1200" b="0" i="0" cap="none" baseline="0">
                <a:solidFill>
                  <a:schemeClr val="accent3">
                    <a:lumMod val="60000"/>
                    <a:lumOff val="40000"/>
                  </a:schemeClr>
                </a:solidFill>
                <a:latin typeface="Nunito Sans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3816729"/>
            <a:ext cx="4320000" cy="142085"/>
          </a:xfrm>
        </p:spPr>
        <p:txBody>
          <a:bodyPr anchor="b" anchorCtr="0"/>
          <a:lstStyle>
            <a:lvl1pPr algn="l">
              <a:defRPr sz="800" b="0" i="0" cap="all" spc="180" baseline="0">
                <a:solidFill>
                  <a:schemeClr val="bg1"/>
                </a:solidFill>
                <a:latin typeface="Nunito Sans 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2FAD73-18D1-6443-690C-B2BF47A3B67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8600" y="231140"/>
            <a:ext cx="1483360" cy="438912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Optional Client Logo [in white]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BD95C-E025-3BA9-1D22-BD0072B9D8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17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0C7DB9E-00A7-F240-A38E-25708820B1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1057782"/>
            <a:ext cx="6716209" cy="3162402"/>
          </a:xfrm>
        </p:spPr>
        <p:txBody>
          <a:bodyPr tIns="45720" numCol="1" anchor="ctr">
            <a:noAutofit/>
          </a:bodyPr>
          <a:lstStyle>
            <a:lvl1pPr marL="406400" indent="-406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First section</a:t>
            </a:r>
          </a:p>
          <a:p>
            <a:pPr lvl="0"/>
            <a:r>
              <a:rPr lang="en-US"/>
              <a:t>Second section</a:t>
            </a:r>
          </a:p>
          <a:p>
            <a:pPr lvl="0"/>
            <a:r>
              <a:rPr lang="en-US"/>
              <a:t>Third section</a:t>
            </a:r>
          </a:p>
          <a:p>
            <a:pPr lvl="0"/>
            <a:r>
              <a:rPr lang="en-US"/>
              <a:t>Fourth section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222401" y="1057782"/>
            <a:ext cx="1692998" cy="3162402"/>
          </a:xfrm>
        </p:spPr>
        <p:txBody>
          <a:bodyPr tIns="45720" numCol="1" anchor="ctr">
            <a:noAutofit/>
          </a:bodyPr>
          <a:lstStyle>
            <a:lvl1pPr marL="406400" indent="-4064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4EC3E-68AD-A997-F26E-01BFD420FA14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D7C37-9FD4-717E-A166-4FC55B11A047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FA1A8-D21A-0397-C2FC-C366CCE7D8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26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dient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E169-3CAC-310F-8EF1-490BD60216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599" y="3596925"/>
            <a:ext cx="6480000" cy="725488"/>
          </a:xfrm>
        </p:spPr>
        <p:txBody>
          <a:bodyPr/>
          <a:lstStyle>
            <a:lvl1pPr algn="l">
              <a:spcAft>
                <a:spcPts val="600"/>
              </a:spcAft>
              <a:defRPr b="0" i="0">
                <a:solidFill>
                  <a:schemeClr val="bg1"/>
                </a:solidFill>
                <a:latin typeface="Nunito Sans Light" pitchFamily="2" charset="77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Optional description or subhead goes here</a:t>
            </a:r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6697414B-9A5C-2D93-537F-3B6176B72D6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46888" y="209550"/>
            <a:ext cx="1463903" cy="692497"/>
          </a:xfr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000" b="0" i="0" baseline="0">
                <a:solidFill>
                  <a:schemeClr val="bg1"/>
                </a:solidFill>
                <a:latin typeface="Nunito Sans" pitchFamily="2" charset="77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Drag logo here and center align.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C86781-8BD7-9739-12C4-3A84BD8831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599" y="1954306"/>
            <a:ext cx="6480000" cy="158524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90000"/>
              </a:lnSpc>
              <a:defRPr sz="4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r>
              <a:rPr lang="en-US"/>
              <a:t>Slide Divider Title</a:t>
            </a:r>
          </a:p>
        </p:txBody>
      </p:sp>
    </p:spTree>
    <p:extLst>
      <p:ext uri="{BB962C8B-B14F-4D97-AF65-F5344CB8AC3E}">
        <p14:creationId xmlns:p14="http://schemas.microsoft.com/office/powerpoint/2010/main" val="153156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401165-191B-6881-6911-137BC65A9B53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478" r="21899"/>
          <a:stretch/>
        </p:blipFill>
        <p:spPr>
          <a:xfrm>
            <a:off x="0" y="0"/>
            <a:ext cx="2847951" cy="51435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520F04-BA52-46F2-90AE-82906163FD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742950"/>
            <a:ext cx="2448000" cy="281638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bg1"/>
                </a:solidFill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Primary text styles, use right side for pictures, example screenshots, logos, charts, etc.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AEA80A6-01B7-BB40-9B91-10FFA34C69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448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632697" y="742950"/>
            <a:ext cx="4825503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FC6EF3-FFAE-93E6-EEED-ABEC4E7EC6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9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F3BFF3-86BB-EE2A-BC0F-AEA8A20E6F5C}"/>
              </a:ext>
            </a:extLst>
          </p:cNvPr>
          <p:cNvSpPr/>
          <p:nvPr userDrawn="1"/>
        </p:nvSpPr>
        <p:spPr>
          <a:xfrm>
            <a:off x="0" y="0"/>
            <a:ext cx="9144000" cy="5200153"/>
          </a:xfrm>
          <a:prstGeom prst="rect">
            <a:avLst/>
          </a:prstGeom>
          <a:gradFill>
            <a:gsLst>
              <a:gs pos="0">
                <a:srgbClr val="3D213B"/>
              </a:gs>
              <a:gs pos="94000">
                <a:srgbClr val="3B052E"/>
              </a:gs>
            </a:gsLst>
            <a:lin ang="4800000" scaled="0"/>
          </a:gra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1404B1AE-8010-2542-987B-B31FC146A126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222001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5" name="Content Placeholder 33">
            <a:extLst>
              <a:ext uri="{FF2B5EF4-FFF2-40B4-BE49-F238E27FC236}">
                <a16:creationId xmlns:a16="http://schemas.microsoft.com/office/drawing/2014/main" id="{A13134ED-1A72-FC4B-8D1C-B0FE61A700C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222001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6" name="Content Placeholder 33">
            <a:extLst>
              <a:ext uri="{FF2B5EF4-FFF2-40B4-BE49-F238E27FC236}">
                <a16:creationId xmlns:a16="http://schemas.microsoft.com/office/drawing/2014/main" id="{C29B1B53-8735-5E42-83DF-1C39EE55601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222001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37" name="Content Placeholder 33">
            <a:extLst>
              <a:ext uri="{FF2B5EF4-FFF2-40B4-BE49-F238E27FC236}">
                <a16:creationId xmlns:a16="http://schemas.microsoft.com/office/drawing/2014/main" id="{DB2315F3-E474-2646-93FD-39D6FB59F2E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28599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8" name="Content Placeholder 33">
            <a:extLst>
              <a:ext uri="{FF2B5EF4-FFF2-40B4-BE49-F238E27FC236}">
                <a16:creationId xmlns:a16="http://schemas.microsoft.com/office/drawing/2014/main" id="{97E00862-5A7B-6140-87A8-D23C6920587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28599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B506F2-CB94-504D-B6D1-7278DDC0A6D6}"/>
              </a:ext>
            </a:extLst>
          </p:cNvPr>
          <p:cNvSpPr txBox="1"/>
          <p:nvPr userDrawn="1"/>
        </p:nvSpPr>
        <p:spPr>
          <a:xfrm>
            <a:off x="228600" y="742950"/>
            <a:ext cx="434340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0" i="0">
                <a:solidFill>
                  <a:schemeClr val="bg1"/>
                </a:solidFill>
                <a:latin typeface="Nunito Sans ExtraLight" pitchFamily="2" charset="77"/>
              </a:rPr>
              <a:t>Thank you.</a:t>
            </a:r>
          </a:p>
        </p:txBody>
      </p: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id="{D136B4FE-4AFF-7F40-B5CA-AE35BFD130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3222001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5" name="Content Placeholder 33">
            <a:extLst>
              <a:ext uri="{FF2B5EF4-FFF2-40B4-BE49-F238E27FC236}">
                <a16:creationId xmlns:a16="http://schemas.microsoft.com/office/drawing/2014/main" id="{5C7E2FA4-7784-2C47-A439-49BBA79FCDE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228599" y="3401319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6" name="Content Placeholder 33">
            <a:extLst>
              <a:ext uri="{FF2B5EF4-FFF2-40B4-BE49-F238E27FC236}">
                <a16:creationId xmlns:a16="http://schemas.microsoft.com/office/drawing/2014/main" id="{AB10F353-42F4-A545-9AD5-B5D78FB74E39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28599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EE096E33-73D0-B4A0-632A-10AAAE3E4D3B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6215403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" name="Content Placeholder 33">
            <a:extLst>
              <a:ext uri="{FF2B5EF4-FFF2-40B4-BE49-F238E27FC236}">
                <a16:creationId xmlns:a16="http://schemas.microsoft.com/office/drawing/2014/main" id="{0AB75398-6139-2D53-3C17-74B4543485E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215403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7" name="Content Placeholder 33">
            <a:extLst>
              <a:ext uri="{FF2B5EF4-FFF2-40B4-BE49-F238E27FC236}">
                <a16:creationId xmlns:a16="http://schemas.microsoft.com/office/drawing/2014/main" id="{BE7D61E7-1A63-909B-3836-53F43BAC1DE4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6215403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8" name="Content Placeholder 33">
            <a:extLst>
              <a:ext uri="{FF2B5EF4-FFF2-40B4-BE49-F238E27FC236}">
                <a16:creationId xmlns:a16="http://schemas.microsoft.com/office/drawing/2014/main" id="{2EFFCC38-8850-59C4-1639-E589C913B42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6215403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20B4C7-078E-D968-F349-D8151298C8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52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FCD37DF-20B0-A642-A294-09E6CE385C9C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6E83F83-9AC8-0A43-93EF-DEE9150E2F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C5002D-D0D6-8843-9B5C-9E2D5D4427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600" y="1677510"/>
            <a:ext cx="6045543" cy="289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7136483-A53C-B449-8B30-84F2E33C8F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42950"/>
            <a:ext cx="6042727" cy="598226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FFFD9-F592-4603-9DE7-55A1EAFC28FD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077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0B1A5ED-0DD6-394C-B985-697157D3C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599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8504900-D06E-924B-917F-434599016D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040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9AE48D-9EAC-5A4F-8D3C-5C2E54C637E1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2C1BB6F-7F66-9148-87DE-1D60A87EB1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CFC01A4-6BDE-2C49-84C0-7109C1C3EB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42950"/>
            <a:ext cx="6795416" cy="598226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EB6D5A6-C258-7545-8F4C-DF49FFF6177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233915" y="2217102"/>
            <a:ext cx="3240805" cy="2291831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B70CCFD8-41F4-3646-B296-344A348749E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787041" y="2217102"/>
            <a:ext cx="3236976" cy="2291836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B9588-2323-8532-6ABB-05A2B800890F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7E832-33C3-86B6-20C1-ACC982B6BC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85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7DC5EE-C4B0-5E7F-54F6-288ED720D40F}"/>
              </a:ext>
            </a:extLst>
          </p:cNvPr>
          <p:cNvSpPr/>
          <p:nvPr userDrawn="1"/>
        </p:nvSpPr>
        <p:spPr>
          <a:xfrm>
            <a:off x="260775" y="1894114"/>
            <a:ext cx="2088000" cy="2628000"/>
          </a:xfrm>
          <a:prstGeom prst="rect">
            <a:avLst/>
          </a:prstGeom>
          <a:solidFill>
            <a:srgbClr val="F3EDE1">
              <a:alpha val="49000"/>
            </a:srgbClr>
          </a:soli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F67B4-9259-C1EA-3720-F7FFE03026E0}"/>
              </a:ext>
            </a:extLst>
          </p:cNvPr>
          <p:cNvSpPr/>
          <p:nvPr userDrawn="1"/>
        </p:nvSpPr>
        <p:spPr>
          <a:xfrm>
            <a:off x="2433530" y="1894114"/>
            <a:ext cx="2088000" cy="2628000"/>
          </a:xfrm>
          <a:prstGeom prst="rect">
            <a:avLst/>
          </a:prstGeom>
          <a:solidFill>
            <a:srgbClr val="F3EDE1">
              <a:alpha val="49000"/>
            </a:srgbClr>
          </a:soli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AFC74-873E-5481-970F-B6E034FD2867}"/>
              </a:ext>
            </a:extLst>
          </p:cNvPr>
          <p:cNvSpPr/>
          <p:nvPr userDrawn="1"/>
        </p:nvSpPr>
        <p:spPr>
          <a:xfrm>
            <a:off x="4606285" y="1894114"/>
            <a:ext cx="2088000" cy="2628000"/>
          </a:xfrm>
          <a:prstGeom prst="rect">
            <a:avLst/>
          </a:prstGeom>
          <a:solidFill>
            <a:srgbClr val="F3EDE1">
              <a:alpha val="49000"/>
            </a:srgbClr>
          </a:soli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A3EA5-9747-7293-6444-83844F9ECE8B}"/>
              </a:ext>
            </a:extLst>
          </p:cNvPr>
          <p:cNvSpPr/>
          <p:nvPr userDrawn="1"/>
        </p:nvSpPr>
        <p:spPr>
          <a:xfrm>
            <a:off x="6779041" y="1894114"/>
            <a:ext cx="2088000" cy="2628000"/>
          </a:xfrm>
          <a:prstGeom prst="rect">
            <a:avLst/>
          </a:prstGeom>
          <a:solidFill>
            <a:srgbClr val="F3EDE1">
              <a:alpha val="49000"/>
            </a:srgbClr>
          </a:soli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2F93E9-D428-F24D-A0AA-3C8FF42B1EAF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335CD71-0821-2441-A234-AF7AE09069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1395BEB0-80EB-B54A-A858-C8C15704D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1836" y="740362"/>
            <a:ext cx="8635205" cy="455509"/>
          </a:xfrm>
        </p:spPr>
        <p:txBody>
          <a:bodyPr anchor="b" anchorCtr="0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C0550C5-0C1B-2243-90DE-FA7B89A2D119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68775" y="3575713"/>
            <a:ext cx="1872000" cy="835010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/>
            </a:lvl1pPr>
            <a:lvl2pPr algn="ctr">
              <a:lnSpc>
                <a:spcPct val="100000"/>
              </a:lnSpc>
              <a:spcAft>
                <a:spcPts val="0"/>
              </a:spcAft>
              <a:defRPr sz="1000"/>
            </a:lvl2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endParaRPr lang="en-US"/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413241EC-C6DE-274A-BAF0-DC99AA292074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541530" y="3575713"/>
            <a:ext cx="1872000" cy="817149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/>
            </a:lvl1pPr>
            <a:lvl2pPr algn="ctr">
              <a:lnSpc>
                <a:spcPct val="100000"/>
              </a:lnSpc>
              <a:spcAft>
                <a:spcPts val="0"/>
              </a:spcAft>
              <a:defRPr sz="1000"/>
            </a:lvl2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endParaRPr lang="en-US"/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DB099711-E969-7443-AA46-CEB69B1F5151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4714285" y="3575713"/>
            <a:ext cx="1872000" cy="817149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/>
            </a:lvl1pPr>
            <a:lvl2pPr algn="ctr">
              <a:lnSpc>
                <a:spcPct val="100000"/>
              </a:lnSpc>
              <a:spcAft>
                <a:spcPts val="0"/>
              </a:spcAft>
              <a:defRPr sz="1000"/>
            </a:lvl2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endParaRPr lang="en-US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8613AA80-48A3-1648-AC36-411A2BDCFF9D}"/>
              </a:ext>
            </a:extLst>
          </p:cNvPr>
          <p:cNvSpPr>
            <a:spLocks noGrp="1"/>
          </p:cNvSpPr>
          <p:nvPr>
            <p:ph sz="quarter" idx="50" hasCustomPrompt="1"/>
          </p:nvPr>
        </p:nvSpPr>
        <p:spPr>
          <a:xfrm>
            <a:off x="6887041" y="3575713"/>
            <a:ext cx="1872000" cy="817149"/>
          </a:xfrm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/>
            </a:lvl1pPr>
            <a:lvl2pPr algn="ctr">
              <a:lnSpc>
                <a:spcPct val="100000"/>
              </a:lnSpc>
              <a:spcAft>
                <a:spcPts val="0"/>
              </a:spcAft>
              <a:defRPr sz="1000"/>
            </a:lvl2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D542FFC-23E3-108F-51F0-885BF65EBA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8775" y="3050159"/>
            <a:ext cx="1872000" cy="450199"/>
          </a:xfrm>
        </p:spPr>
        <p:txBody>
          <a:bodyPr anchor="t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A5413C2-16AD-96CD-36A1-DC63E8A4A97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541530" y="3050159"/>
            <a:ext cx="1872000" cy="450199"/>
          </a:xfrm>
        </p:spPr>
        <p:txBody>
          <a:bodyPr anchor="t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2C2F20-E66B-17B4-68DB-070D06E6AF5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285" y="3050159"/>
            <a:ext cx="1872000" cy="450199"/>
          </a:xfrm>
        </p:spPr>
        <p:txBody>
          <a:bodyPr anchor="t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FA375A-43C1-A73F-7F2E-B643D4DEBBB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887041" y="3050159"/>
            <a:ext cx="1872000" cy="450199"/>
          </a:xfrm>
        </p:spPr>
        <p:txBody>
          <a:bodyPr anchor="t" anchorCtr="0"/>
          <a:lstStyle>
            <a:lvl1pPr algn="ctr">
              <a:lnSpc>
                <a:spcPct val="10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68C938-7C9A-FFA6-45A3-1D87DB0105D1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27E800-5511-4330-6932-411C508F2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7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Titles w/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8609558-C055-F945-8E89-D4857DFDA542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48" name="Content Placeholder 5">
            <a:extLst>
              <a:ext uri="{FF2B5EF4-FFF2-40B4-BE49-F238E27FC236}">
                <a16:creationId xmlns:a16="http://schemas.microsoft.com/office/drawing/2014/main" id="{651D05B5-47E5-9B4E-A296-B5E38EB9264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7097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3174EC92-8A0D-374B-9790-673BF00BEE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23892" y="2094291"/>
            <a:ext cx="1810405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16" name="Content Placeholder 5">
            <a:extLst>
              <a:ext uri="{FF2B5EF4-FFF2-40B4-BE49-F238E27FC236}">
                <a16:creationId xmlns:a16="http://schemas.microsoft.com/office/drawing/2014/main" id="{BE661707-C728-714A-9F7E-FDEFF4ED551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523892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9" name="Text Placeholder 2">
            <a:extLst>
              <a:ext uri="{FF2B5EF4-FFF2-40B4-BE49-F238E27FC236}">
                <a16:creationId xmlns:a16="http://schemas.microsoft.com/office/drawing/2014/main" id="{25488E08-28B3-BB46-84C7-1FFD03DFA2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9231" y="2094291"/>
            <a:ext cx="181795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0" name="Content Placeholder 5">
            <a:extLst>
              <a:ext uri="{FF2B5EF4-FFF2-40B4-BE49-F238E27FC236}">
                <a16:creationId xmlns:a16="http://schemas.microsoft.com/office/drawing/2014/main" id="{6ABF7AC3-D9EC-634F-BD42-186E9DB50BA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699231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F99F3871-57D3-9A4C-8AB8-3997843685C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82123" y="2094291"/>
            <a:ext cx="180467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4" name="Content Placeholder 5">
            <a:extLst>
              <a:ext uri="{FF2B5EF4-FFF2-40B4-BE49-F238E27FC236}">
                <a16:creationId xmlns:a16="http://schemas.microsoft.com/office/drawing/2014/main" id="{40301F36-C504-2D47-9F13-6179969F45B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882123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362DCF5E-DF15-2244-9FD1-8743CAA2FB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7097" y="2094291"/>
            <a:ext cx="1811861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F22B1CC-B00B-1448-B588-1535396A4C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C4118877-B7DE-2046-8671-74C033D125B2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47097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47BC94C9-17BB-864B-A67C-9144A0F8AB95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2523892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AD635848-1173-EE41-9EBB-AB4B819B992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699231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994639CC-996B-0044-95DA-557AE5A334A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6882123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6">
            <a:extLst>
              <a:ext uri="{FF2B5EF4-FFF2-40B4-BE49-F238E27FC236}">
                <a16:creationId xmlns:a16="http://schemas.microsoft.com/office/drawing/2014/main" id="{C60E5517-70F7-594A-A8B4-DE8E2182E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951" y="742950"/>
            <a:ext cx="8451849" cy="455509"/>
          </a:xfrm>
        </p:spPr>
        <p:txBody>
          <a:bodyPr anchor="b" anchorCtr="0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C18FE-45E8-E409-ADD4-1E3D8B0BABFE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19BFA-A15C-38E1-4CD9-EA1FB92F8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2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/>
              </a:solidFill>
              <a:latin typeface="Nunito Sans Light" pitchFamily="2" charset="7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8ABC1BB-1EA9-4A4F-B29A-94BDD54B9E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7776000" cy="386552"/>
          </a:xfrm>
        </p:spPr>
        <p:txBody>
          <a:bodyPr anchor="b" anchorCtr="0">
            <a:no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A971C-18BF-C106-5FCA-DF34EA6D12A1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034143-7D37-A3F5-1C40-4E33B7538D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82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C34B1-E856-8C2F-310C-7B710F4766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46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Dark">
    <p:bg>
      <p:bgPr>
        <a:solidFill>
          <a:srgbClr val="73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7137D-0D18-CAB5-52C8-C58B2EE20FAD}"/>
              </a:ext>
            </a:extLst>
          </p:cNvPr>
          <p:cNvGrpSpPr/>
          <p:nvPr userDrawn="1"/>
        </p:nvGrpSpPr>
        <p:grpSpPr>
          <a:xfrm>
            <a:off x="228600" y="4713035"/>
            <a:ext cx="1706474" cy="173736"/>
            <a:chOff x="228600" y="4713035"/>
            <a:chExt cx="1706474" cy="1737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FF92F8-6703-5528-83CF-A55069547D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28600" y="4737813"/>
              <a:ext cx="756000" cy="124893"/>
            </a:xfrm>
            <a:prstGeom prst="rect">
              <a:avLst/>
            </a:prstGeom>
          </p:spPr>
        </p:pic>
        <p:pic>
          <p:nvPicPr>
            <p:cNvPr id="7" name="Graphic 6" descr="Add with solid fill">
              <a:extLst>
                <a:ext uri="{FF2B5EF4-FFF2-40B4-BE49-F238E27FC236}">
                  <a16:creationId xmlns:a16="http://schemas.microsoft.com/office/drawing/2014/main" id="{146D7C32-9B20-996C-9580-5DDFA213B7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3944" y="4738477"/>
              <a:ext cx="123564" cy="123564"/>
            </a:xfrm>
            <a:prstGeom prst="rect">
              <a:avLst/>
            </a:prstGeom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44003799-96CD-3E4F-39B2-3B028392B2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6852" y="4713035"/>
              <a:ext cx="708222" cy="17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4632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070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8691633" cy="384048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tx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78599C-DFF5-DB49-835A-8675207C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" y="1099250"/>
            <a:ext cx="8696464" cy="3478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5F427-7165-76EB-0C84-76317C63C8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B254-FD07-DE0A-10CE-0008DD6A014A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BC48F-37C2-DC5E-89B9-8B7B78C1D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64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04DB35-9E8A-AA2B-F73E-80C75E7249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00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+ Infographics Side by Side">
    <p:bg>
      <p:bgPr>
        <a:solidFill>
          <a:srgbClr val="3A0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6DC867-1892-EE41-ADED-A020B098F6AA}"/>
              </a:ext>
            </a:extLst>
          </p:cNvPr>
          <p:cNvSpPr/>
          <p:nvPr userDrawn="1"/>
        </p:nvSpPr>
        <p:spPr>
          <a:xfrm>
            <a:off x="-3891" y="0"/>
            <a:ext cx="2851842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520F04-BA52-46F2-90AE-82906163FD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598" y="742950"/>
            <a:ext cx="2448000" cy="144819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 i="0">
                <a:solidFill>
                  <a:schemeClr val="accent1"/>
                </a:solidFill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Text Styles,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632697" y="742950"/>
            <a:ext cx="4825503" cy="36711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16C8D8-F650-B54C-AF1E-10F93148CF9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8" y="228600"/>
            <a:ext cx="2448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A55B0-1301-E748-AC34-BEE6E3A904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8" y="2571750"/>
            <a:ext cx="2448000" cy="1878355"/>
          </a:xfrm>
        </p:spPr>
        <p:txBody>
          <a:bodyPr/>
          <a:lstStyle>
            <a:lvl1pPr>
              <a:defRPr sz="900" b="0" i="0">
                <a:latin typeface="Nunito Sans Light" pitchFamily="2" charset="77"/>
              </a:defRPr>
            </a:lvl1pPr>
            <a:lvl2pPr>
              <a:defRPr sz="900" b="0" i="0">
                <a:latin typeface="Nunito Sans Light" pitchFamily="2" charset="77"/>
              </a:defRPr>
            </a:lvl2pPr>
            <a:lvl3pPr>
              <a:defRPr sz="900" b="0" i="0">
                <a:latin typeface="Nunito Sans Light" pitchFamily="2" charset="77"/>
              </a:defRPr>
            </a:lvl3pPr>
            <a:lvl4pPr>
              <a:defRPr sz="900" b="0" i="0">
                <a:latin typeface="Nunito Sans Light" pitchFamily="2" charset="77"/>
              </a:defRPr>
            </a:lvl4pPr>
            <a:lvl5pPr>
              <a:defRPr sz="900" b="0" i="0">
                <a:latin typeface="Nunito Sans Light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51AC-6BE0-4DD3-CED4-F47346F08B91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3837D-852F-2B21-2C79-070D9281CF23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8A0AD6-D9EF-A25E-54F9-B98DCC8E8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1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Team Description 3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3E5959-7261-A258-7596-74FD6ACF8280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344" r="10625"/>
          <a:stretch/>
        </p:blipFill>
        <p:spPr>
          <a:xfrm>
            <a:off x="0" y="5074"/>
            <a:ext cx="2155971" cy="5143500"/>
          </a:xfrm>
          <a:prstGeom prst="rect">
            <a:avLst/>
          </a:prstGeom>
        </p:spPr>
      </p:pic>
      <p:sp>
        <p:nvSpPr>
          <p:cNvPr id="22" name="Picture Placeholder 16"/>
          <p:cNvSpPr>
            <a:spLocks noGrp="1"/>
          </p:cNvSpPr>
          <p:nvPr>
            <p:ph type="pic" sz="quarter" idx="33"/>
          </p:nvPr>
        </p:nvSpPr>
        <p:spPr>
          <a:xfrm>
            <a:off x="3674909" y="48869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16"/>
          <p:cNvSpPr>
            <a:spLocks noGrp="1"/>
          </p:cNvSpPr>
          <p:nvPr>
            <p:ph type="pic" sz="quarter" idx="34"/>
          </p:nvPr>
        </p:nvSpPr>
        <p:spPr>
          <a:xfrm>
            <a:off x="3661164" y="194808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5015060" y="1978826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5015060" y="2245019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015060" y="2448639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5015060" y="493079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5015060" y="763063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5015060" y="966682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CFCEE-509E-0A43-A3EE-0CF831836CCB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42557401-13EC-D044-B85D-EA5E9FD1B3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600" y="228600"/>
            <a:ext cx="2680853" cy="147600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600" b="0" i="0" kern="1200" cap="all" spc="180" baseline="0" dirty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2F5EA9A-DA71-1145-91C5-30441EA92C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8600" y="742950"/>
            <a:ext cx="1759592" cy="3872081"/>
          </a:xfr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US" sz="3200" b="0" i="0" kern="1200" cap="none" spc="0" baseline="0" dirty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FE718-AEF4-11C4-2877-A531D04B16B5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F141E3BA-8272-71C4-B505-DAE8FD4C5CB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61164" y="3438216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FD496D-C6F1-073E-EAB0-9B19E86710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15060" y="3509473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194CFB-4BAD-F18A-D0AE-4FA0E42FD2B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5060" y="3775666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797E2A-FD8F-4191-AF7A-5CEB82FD82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15060" y="3979286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5F6D3-131C-1F8E-64DF-781108AF72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013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0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FDA30F-D692-6099-2A7D-735E53CD5E22}"/>
              </a:ext>
            </a:extLst>
          </p:cNvPr>
          <p:cNvSpPr/>
          <p:nvPr userDrawn="1"/>
        </p:nvSpPr>
        <p:spPr>
          <a:xfrm>
            <a:off x="0" y="1326"/>
            <a:ext cx="2854800" cy="51421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 ExtraBol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310128" y="742950"/>
            <a:ext cx="5404104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91543F0-FE87-0574-2A0F-ABBC8C5A6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1198386"/>
            <a:ext cx="2386713" cy="561692"/>
          </a:xfrm>
        </p:spPr>
        <p:txBody>
          <a:bodyPr anchor="b">
            <a:normAutofit/>
          </a:bodyPr>
          <a:lstStyle>
            <a:lvl1pPr>
              <a:defRPr sz="20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7B22E6C-3135-EC30-FE44-EF3160440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9" y="1924050"/>
            <a:ext cx="2386713" cy="2690897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DD63C9-E29C-38E8-6205-17983CE05C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039938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none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78862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file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B8F3428-4EDB-B84B-954E-2350C8C67CC0}"/>
              </a:ext>
            </a:extLst>
          </p:cNvPr>
          <p:cNvSpPr txBox="1"/>
          <p:nvPr/>
        </p:nvSpPr>
        <p:spPr>
          <a:xfrm>
            <a:off x="8289101" y="10801602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EAF0D9-FDE0-2145-9361-20BA0D544E7A}"/>
              </a:ext>
            </a:extLst>
          </p:cNvPr>
          <p:cNvSpPr/>
          <p:nvPr/>
        </p:nvSpPr>
        <p:spPr>
          <a:xfrm>
            <a:off x="4737263" y="0"/>
            <a:ext cx="4406737" cy="5143500"/>
          </a:xfrm>
          <a:prstGeom prst="rect">
            <a:avLst/>
          </a:prstGeom>
          <a:gradFill>
            <a:gsLst>
              <a:gs pos="24000">
                <a:srgbClr val="E2D9D1"/>
              </a:gs>
              <a:gs pos="89000">
                <a:srgbClr val="E2D9D1"/>
              </a:gs>
            </a:gsLst>
            <a:path path="circle">
              <a:fillToRect r="100000" b="100000"/>
            </a:path>
          </a:gradFill>
          <a:ln w="5754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36E0029-C59A-134D-9AD9-4017E410D5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598" y="1856922"/>
            <a:ext cx="3960000" cy="415636"/>
          </a:xfrm>
        </p:spPr>
        <p:txBody>
          <a:bodyPr anchor="t" anchorCtr="0"/>
          <a:lstStyle>
            <a:lvl1pPr algn="l">
              <a:lnSpc>
                <a:spcPct val="100000"/>
              </a:lnSpc>
              <a:spcAft>
                <a:spcPts val="0"/>
              </a:spcAft>
              <a:defRPr lang="en-US" sz="2400" b="0" i="0" kern="1200" baseline="0" dirty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Name Goes Here</a:t>
            </a:r>
          </a:p>
          <a:p>
            <a:pPr lvl="0"/>
            <a:endParaRPr lang="en-US"/>
          </a:p>
        </p:txBody>
      </p:sp>
      <p:sp>
        <p:nvSpPr>
          <p:cNvPr id="27" name="Content Placeholder 33">
            <a:extLst>
              <a:ext uri="{FF2B5EF4-FFF2-40B4-BE49-F238E27FC236}">
                <a16:creationId xmlns:a16="http://schemas.microsoft.com/office/drawing/2014/main" id="{76B89A37-5EAF-8540-AD6D-39C3B855D6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28598" y="2341204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2">
                    <a:lumMod val="25000"/>
                  </a:schemeClr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8" name="Content Placeholder 33">
            <a:extLst>
              <a:ext uri="{FF2B5EF4-FFF2-40B4-BE49-F238E27FC236}">
                <a16:creationId xmlns:a16="http://schemas.microsoft.com/office/drawing/2014/main" id="{FEDFE1B9-831D-EF44-99DA-55D49F0DA58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28598" y="2585508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800" b="0" i="0" cap="all" spc="180" baseline="0">
                <a:solidFill>
                  <a:schemeClr val="accent3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LOCATION GOES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80B2140-7B6D-FA4C-9C15-06E4BFE1299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4951A-D431-884B-805C-22418587C6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599" y="2950651"/>
            <a:ext cx="3960000" cy="1677190"/>
          </a:xfrm>
        </p:spPr>
        <p:txBody>
          <a:bodyPr/>
          <a:lstStyle>
            <a:lvl1pPr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>
              <a:defRPr b="0" i="0">
                <a:solidFill>
                  <a:schemeClr val="tx2"/>
                </a:solidFill>
              </a:defRPr>
            </a:lvl2pPr>
            <a:lvl3pPr>
              <a:defRPr b="0" i="0">
                <a:solidFill>
                  <a:schemeClr val="tx2"/>
                </a:solidFill>
              </a:defRPr>
            </a:lvl3pPr>
            <a:lvl4pPr>
              <a:defRPr b="0" i="0">
                <a:solidFill>
                  <a:schemeClr val="tx2"/>
                </a:solidFill>
              </a:defRPr>
            </a:lvl4pPr>
            <a:lvl5pPr>
              <a:defRPr b="0" i="0">
                <a:solidFill>
                  <a:schemeClr val="tx2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en-US"/>
              <a:t>Click to edit Primary text styles..</a:t>
            </a:r>
            <a:r>
              <a:rPr lang="en-US" sz="1000" b="1">
                <a:solidFill>
                  <a:srgbClr val="372884"/>
                </a:solidFill>
                <a:latin typeface="Nunito Sans SemiBold" pitchFamily="2" charset="77"/>
              </a:rPr>
              <a:t>.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C463AD3-8E29-8550-14ED-C2CE7A1BBA84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228599" y="751872"/>
            <a:ext cx="1041400" cy="1041400"/>
          </a:xfrm>
          <a:prstGeom prst="ellipse">
            <a:avLst/>
          </a:prstGeom>
        </p:spPr>
        <p:txBody>
          <a:bodyPr anchor="ctr" anchorCtr="1"/>
          <a:lstStyle>
            <a:lvl1pPr marL="230188" marR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/>
            </a:pPr>
            <a:r>
              <a:rPr lang="en-US"/>
              <a:t>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B54A8-DB76-E0CF-EE6F-4794A0ED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84A88-9FAC-3522-CCDB-4562417196F3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93AE9-177E-0E02-7B69-57FCF28A94E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71587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CC04B9DB-0FBB-B66E-29F7-7BFC02242B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lvl1pPr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6C2B944-079F-014A-8D43-F3CEFD96C4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/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CE5377-A87A-C7F3-30F2-C1633B0F4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ADD2C-FE10-C395-459D-D91B824C5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59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CE5377-A87A-C7F3-30F2-C1633B0F4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ADD2C-FE10-C395-459D-D91B824C5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BE76F7-428A-45ED-D563-792FDB6B32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D8F4B0-0745-457F-2EE4-F15D8672CD07}"/>
              </a:ext>
            </a:extLst>
          </p:cNvPr>
          <p:cNvSpPr/>
          <p:nvPr userDrawn="1"/>
        </p:nvSpPr>
        <p:spPr>
          <a:xfrm>
            <a:off x="-2" y="-371192"/>
            <a:ext cx="9144001" cy="344033"/>
          </a:xfrm>
          <a:prstGeom prst="rect">
            <a:avLst/>
          </a:prstGeom>
          <a:solidFill>
            <a:srgbClr val="D200B5"/>
          </a:solidFill>
          <a:ln w="57547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This color scheme is only to be used for </a:t>
            </a:r>
            <a:r>
              <a:rPr lang="en-US" sz="1100" b="1" i="0">
                <a:solidFill>
                  <a:schemeClr val="bg1"/>
                </a:solidFill>
                <a:latin typeface="Nunito Sans" pitchFamily="2" charset="77"/>
              </a:rPr>
              <a:t>AI-Enhanced Experience Transformation </a:t>
            </a:r>
            <a:r>
              <a:rPr lang="en-US" sz="110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930459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CE5377-A87A-C7F3-30F2-C1633B0F4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ADD2C-FE10-C395-459D-D91B824C5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566413-712C-35C0-116B-CAAAAFF416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014AF-8642-E64F-7A37-29792E8FEC28}"/>
              </a:ext>
            </a:extLst>
          </p:cNvPr>
          <p:cNvSpPr/>
          <p:nvPr userDrawn="1"/>
        </p:nvSpPr>
        <p:spPr>
          <a:xfrm>
            <a:off x="-2" y="-371192"/>
            <a:ext cx="9144001" cy="344033"/>
          </a:xfrm>
          <a:prstGeom prst="rect">
            <a:avLst/>
          </a:prstGeom>
          <a:solidFill>
            <a:srgbClr val="26DFEC"/>
          </a:solidFill>
          <a:ln w="57547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This color scheme is only to be used for </a:t>
            </a:r>
            <a:r>
              <a:rPr lang="en-US" sz="1100" b="1" i="0">
                <a:solidFill>
                  <a:schemeClr val="bg1"/>
                </a:solidFill>
                <a:latin typeface="Nunito Sans" pitchFamily="2" charset="77"/>
              </a:rPr>
              <a:t>Agentic Business Reinvention </a:t>
            </a:r>
            <a:r>
              <a:rPr lang="en-US" sz="110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82033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CE5377-A87A-C7F3-30F2-C1633B0F4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ADD2C-FE10-C395-459D-D91B824C5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043DE3C-4285-E129-07C1-5CF8DC9AB9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6EA45-DCCD-F9DF-4039-B1DE1C6CB9C0}"/>
              </a:ext>
            </a:extLst>
          </p:cNvPr>
          <p:cNvSpPr/>
          <p:nvPr userDrawn="1"/>
        </p:nvSpPr>
        <p:spPr>
          <a:xfrm>
            <a:off x="-2" y="-371192"/>
            <a:ext cx="9144001" cy="344033"/>
          </a:xfrm>
          <a:prstGeom prst="rect">
            <a:avLst/>
          </a:prstGeom>
          <a:solidFill>
            <a:schemeClr val="accent4"/>
          </a:solidFill>
          <a:ln w="57547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This color scheme is only to be used for </a:t>
            </a:r>
            <a:r>
              <a:rPr lang="en-US" sz="1100" b="1" i="0">
                <a:solidFill>
                  <a:schemeClr val="bg1"/>
                </a:solidFill>
                <a:latin typeface="Nunito Sans" pitchFamily="2" charset="77"/>
              </a:rPr>
              <a:t>Intelligent Product Engineering </a:t>
            </a:r>
            <a:r>
              <a:rPr lang="en-US" sz="110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85283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46531B-5666-9641-9367-01B3C48048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CE5377-A87A-C7F3-30F2-C1633B0F48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ADD2C-FE10-C395-459D-D91B824C57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ADFAD84-5759-7528-717D-C0E9FB366C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769A76-8144-C3C1-28AF-43555745CD89}"/>
              </a:ext>
            </a:extLst>
          </p:cNvPr>
          <p:cNvSpPr/>
          <p:nvPr userDrawn="1"/>
        </p:nvSpPr>
        <p:spPr>
          <a:xfrm>
            <a:off x="-2" y="-371192"/>
            <a:ext cx="9144001" cy="344033"/>
          </a:xfrm>
          <a:prstGeom prst="rect">
            <a:avLst/>
          </a:prstGeom>
          <a:solidFill>
            <a:srgbClr val="FF4F59"/>
          </a:solidFill>
          <a:ln w="57547" cap="flat">
            <a:noFill/>
            <a:prstDash val="solid"/>
            <a:miter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This color scheme is only to be used for </a:t>
            </a:r>
            <a:r>
              <a:rPr lang="en-US" sz="1100" b="1" i="0">
                <a:solidFill>
                  <a:schemeClr val="bg1"/>
                </a:solidFill>
                <a:latin typeface="Nunito Sans" pitchFamily="2" charset="77"/>
              </a:rPr>
              <a:t>Modern Business Platforms </a:t>
            </a:r>
            <a:r>
              <a:rPr lang="en-US" sz="1100">
                <a:solidFill>
                  <a:schemeClr val="bg1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539751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6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70C0-4DE5-E6F1-E762-F596329FE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7" y="1821367"/>
            <a:ext cx="8380143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376242D-9627-06CD-3E2C-CB1D4A5828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90E52-78C6-A774-0CF0-FF12B5126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CEFB37A-FDA1-A1BE-4595-D873EFC9D0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</p:spTree>
    <p:extLst>
      <p:ext uri="{BB962C8B-B14F-4D97-AF65-F5344CB8AC3E}">
        <p14:creationId xmlns:p14="http://schemas.microsoft.com/office/powerpoint/2010/main" val="262914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7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70C0-4DE5-E6F1-E762-F596329FE8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8" y="1821367"/>
            <a:ext cx="5131422" cy="14918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4400" b="1" i="0" cap="none" baseline="0" smtClean="0">
                <a:solidFill>
                  <a:schemeClr val="bg1"/>
                </a:solidFill>
                <a:effectLst/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Title Should Not </a:t>
            </a:r>
            <a:br>
              <a:rPr lang="en-US"/>
            </a:br>
            <a:r>
              <a:rPr lang="en-US"/>
              <a:t>Resize To Fit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3501D5AD-3028-4BE0-CE3C-BB85EA517C8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486400" y="0"/>
            <a:ext cx="3657600" cy="5143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spcAft>
                <a:spcPts val="0"/>
              </a:spcAft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Drag/Drop or select image icon to place optional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D38C375-B5F6-D394-A45D-C1702616BF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600" y="1469774"/>
            <a:ext cx="4320000" cy="142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buNone/>
              <a:defRPr sz="600" b="0" i="0" cap="all" spc="180" baseline="0">
                <a:solidFill>
                  <a:schemeClr val="bg1"/>
                </a:solidFill>
                <a:latin typeface="Nunito Sans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DATE (MONTH/YEAR)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78F851-F30D-6EEA-58FB-4DF328BC14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6472DEB-1064-F40D-8B36-E4B19A992A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3406054"/>
            <a:ext cx="8380140" cy="25728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 b="0" i="0" cap="none" spc="0" baseline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Optional Slideshow Subtitle</a:t>
            </a:r>
          </a:p>
        </p:txBody>
      </p:sp>
    </p:spTree>
    <p:extLst>
      <p:ext uri="{BB962C8B-B14F-4D97-AF65-F5344CB8AC3E}">
        <p14:creationId xmlns:p14="http://schemas.microsoft.com/office/powerpoint/2010/main" val="124528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0C7DB9E-00A7-F240-A38E-25708820B1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600" y="1057782"/>
            <a:ext cx="6716209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274320" marR="0" indent="-27432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 sz="2800" b="0" i="0" baseline="0">
                <a:solidFill>
                  <a:schemeClr val="tx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pPr marL="406400" marR="0" lvl="0" indent="-40640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tabLst/>
              <a:defRPr/>
            </a:pPr>
            <a:r>
              <a:rPr lang="en-US"/>
              <a:t>Section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tx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section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1057782"/>
            <a:ext cx="539496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406400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accent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4EC3E-68AD-A997-F26E-01BFD420FA14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D7C37-9FD4-717E-A166-4FC55B11A047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2DE7C-0591-520B-5129-7201DDA6ED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0E28D-A79E-A84A-246E-633EEF6923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75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section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1057782"/>
            <a:ext cx="539496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406400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accent3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9BCB6-55E9-8E20-F651-69225F01C0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0083F73-D7D1-5830-DA91-F63C824546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600" y="1057782"/>
            <a:ext cx="6716209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274320" indent="-27432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243610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0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section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1057782"/>
            <a:ext cx="539496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406400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ECBF1-368B-3E4D-CEAF-36A83F15D8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F3C6C8-9170-5D87-C762-FAF91C8918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600" y="1057782"/>
            <a:ext cx="6716209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274320" indent="-27432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2000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0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section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1057782"/>
            <a:ext cx="539496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406400" indent="-406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87FECD7-65B5-13D7-914E-C495CB1CDC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600" y="1057782"/>
            <a:ext cx="6716209" cy="3162402"/>
          </a:xfrm>
          <a:prstGeom prst="rect">
            <a:avLst/>
          </a:prstGeom>
        </p:spPr>
        <p:txBody>
          <a:bodyPr tIns="45720" numCol="1" anchor="ctr">
            <a:noAutofit/>
          </a:bodyPr>
          <a:lstStyle>
            <a:lvl1pPr marL="274320" indent="-27432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  <a:p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680420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E89FAA-D10C-D56C-8793-07A61D74F2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8" y="2318656"/>
            <a:ext cx="5266946" cy="661307"/>
          </a:xfrm>
          <a:prstGeom prst="rect">
            <a:avLst/>
          </a:prstGeom>
          <a:noFill/>
        </p:spPr>
        <p:txBody>
          <a:bodyPr anchor="t" anchorCtr="0">
            <a:noAutofit/>
          </a:bodyPr>
          <a:lstStyle>
            <a:lvl1pPr marL="411480" marR="0" indent="-41148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tabLst/>
              <a:defRPr lang="en-US" sz="3600" b="0" i="0" cap="none" baseline="0" smtClean="0">
                <a:gradFill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effectLst/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Section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79A3C2F-A14C-F041-34E9-A597AF6575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024743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tx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936238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0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C518603-8C0F-A2E5-B177-3E709F1068F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8" y="2318656"/>
            <a:ext cx="5266946" cy="661307"/>
          </a:xfrm>
          <a:prstGeom prst="rect">
            <a:avLst/>
          </a:prstGeom>
          <a:noFill/>
        </p:spPr>
        <p:txBody>
          <a:bodyPr anchor="t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3600" b="0" i="0" cap="none" baseline="0" smtClean="0">
                <a:gradFill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0" scaled="0"/>
                </a:gradFill>
                <a:effectLst/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Section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41C9A04-1A43-6E67-27A7-23CA279EC85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024743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Optional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F6F8F-DAD3-978F-11B9-4D8051A3FB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18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0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A9C1044-8B28-F08D-959A-525E9C2506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8" y="2318656"/>
            <a:ext cx="5266946" cy="661307"/>
          </a:xfrm>
          <a:prstGeom prst="rect">
            <a:avLst/>
          </a:prstGeom>
          <a:noFill/>
        </p:spPr>
        <p:txBody>
          <a:bodyPr anchor="t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3600" b="0" i="0" cap="none" baseline="0" smtClean="0">
                <a:solidFill>
                  <a:schemeClr val="bg1"/>
                </a:solidFill>
                <a:effectLst/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Section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2FE5E61-B28F-48DE-8255-FA83A7E54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024743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Optional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65619-5868-DC0D-D0D2-454923F410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23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0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A9C1044-8B28-F08D-959A-525E9C2506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598" y="2318656"/>
            <a:ext cx="5266946" cy="661307"/>
          </a:xfrm>
          <a:prstGeom prst="rect">
            <a:avLst/>
          </a:prstGeom>
          <a:noFill/>
        </p:spPr>
        <p:txBody>
          <a:bodyPr anchor="t" anchorCtr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3600" b="0" i="0" cap="none" baseline="0" smtClean="0">
                <a:solidFill>
                  <a:schemeClr val="bg1"/>
                </a:solidFill>
                <a:effectLst/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/>
            </a:pPr>
            <a:r>
              <a:rPr lang="en-US"/>
              <a:t>Section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2FE5E61-B28F-48DE-8255-FA83A7E54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024743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718547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0C7DB9E-00A7-F240-A38E-25708820B1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1057782"/>
            <a:ext cx="6716209" cy="3162402"/>
          </a:xfrm>
        </p:spPr>
        <p:txBody>
          <a:bodyPr tIns="45720" numCol="1" anchor="ctr">
            <a:noAutofit/>
          </a:bodyPr>
          <a:lstStyle>
            <a:lvl1pPr marL="406400" indent="-406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200" b="0" i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First section</a:t>
            </a:r>
          </a:p>
          <a:p>
            <a:pPr lvl="0"/>
            <a:r>
              <a:rPr lang="en-US"/>
              <a:t>Second section</a:t>
            </a:r>
          </a:p>
          <a:p>
            <a:pPr lvl="0"/>
            <a:r>
              <a:rPr lang="en-US"/>
              <a:t>Third section</a:t>
            </a:r>
          </a:p>
          <a:p>
            <a:pPr lvl="0"/>
            <a:r>
              <a:rPr lang="en-US"/>
              <a:t>Fourth section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D29BE69-C30C-1C46-8D8D-A0ADD36E76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700F85-BF63-307D-C755-B598E8CFF3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222401" y="1057782"/>
            <a:ext cx="1692998" cy="3162402"/>
          </a:xfrm>
        </p:spPr>
        <p:txBody>
          <a:bodyPr tIns="45720" numCol="1" anchor="ctr">
            <a:noAutofit/>
          </a:bodyPr>
          <a:lstStyle>
            <a:lvl1pPr marL="406400" indent="-4064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Tx/>
              <a:buNone/>
              <a:tabLst/>
              <a:defRPr sz="28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  <a:lvl2pPr marL="1587" indent="0" algn="r">
              <a:lnSpc>
                <a:spcPct val="100000"/>
              </a:lnSpc>
              <a:spcAft>
                <a:spcPts val="600"/>
              </a:spcAft>
              <a:buClr>
                <a:schemeClr val="bg1"/>
              </a:buClr>
              <a:buSzPct val="140000"/>
              <a:buFontTx/>
              <a:buNone/>
              <a:tabLst/>
              <a:defRPr sz="1100" b="0" i="0" baseline="0">
                <a:solidFill>
                  <a:schemeClr val="bg1">
                    <a:alpha val="60000"/>
                  </a:schemeClr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2pPr>
            <a:lvl3pPr marL="919163" indent="-227013">
              <a:tabLst/>
              <a:defRPr/>
            </a:lvl3pPr>
            <a:lvl4pPr marL="1146175" indent="-233363">
              <a:tabLst/>
              <a:defRPr/>
            </a:lvl4pPr>
            <a:lvl5pPr marL="1371600" indent="-225425">
              <a:tabLst/>
              <a:defRPr/>
            </a:lvl5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4EC3E-68AD-A997-F26E-01BFD420FA14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D7C37-9FD4-717E-A166-4FC55B11A047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1F3A70-8D9C-8255-F1AA-CCE56FC7A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28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Innovation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953CD83-8EE9-464E-B853-88410C54B392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2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2"/>
              </a:solidFill>
              <a:latin typeface="Nunito Sans Light" pitchFamily="2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911DB-DE74-904C-83A6-4CF3D29456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742949"/>
            <a:ext cx="3600000" cy="166528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4ED480-DF44-7247-9265-9DC722D36D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82863"/>
            <a:ext cx="3600000" cy="2122487"/>
          </a:xfrm>
        </p:spPr>
        <p:txBody>
          <a:bodyPr/>
          <a:lstStyle>
            <a:lvl1pPr>
              <a:lnSpc>
                <a:spcPct val="100000"/>
              </a:lnSpc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1A762EC-6FE8-E541-F70C-3608AD253BB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B1C46-D450-207E-C40E-64BB100ABB6D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CAA53-C95F-0209-F7F9-4F045D63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10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3BE0451-D589-AFC0-BFD2-EF02C9F74198}"/>
              </a:ext>
            </a:extLst>
          </p:cNvPr>
          <p:cNvPicPr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8478" r="21899"/>
          <a:stretch/>
        </p:blipFill>
        <p:spPr>
          <a:xfrm>
            <a:off x="6748757" y="0"/>
            <a:ext cx="2395243" cy="5143500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C777D42-7E7A-E943-B5A8-BB0A9B25CB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1216152"/>
            <a:ext cx="5976000" cy="114141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Primary Text Styles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7E6262E-97FA-B844-A444-F16269FF1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599" y="2578609"/>
            <a:ext cx="2880000" cy="173736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9A94925-E71A-844C-B2D3-0DCF7B5792B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F900AF1-5627-89BA-DCA5-0356F007F06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24600" y="2578609"/>
            <a:ext cx="2880000" cy="173736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73C1E38-7A99-9BB5-B373-D05F745527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25930" y="1296305"/>
            <a:ext cx="1980000" cy="484258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B75388ED-6076-5322-9C6C-7F64E72225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25930" y="775223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869B6E3C-FA0D-77B5-9F64-383F2F7BD7E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25930" y="2667905"/>
            <a:ext cx="1980000" cy="37453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468F9B8-6CD2-938F-5432-CBA554247BB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25930" y="2146823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F8DE079-6494-6B51-A96F-3566E9BB44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25930" y="4021217"/>
            <a:ext cx="1980000" cy="337954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sz="1000" b="0" i="0">
                <a:solidFill>
                  <a:schemeClr val="bg1"/>
                </a:solidFill>
                <a:latin typeface="Nunito Sans Light" pitchFamily="2" charset="77"/>
              </a:defRPr>
            </a:lvl1pPr>
            <a:lvl2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2pPr>
            <a:lvl3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3pPr>
            <a:lvl4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4pPr>
            <a:lvl5pPr marL="0">
              <a:spcBef>
                <a:spcPts val="1200"/>
              </a:spcBef>
              <a:spcAft>
                <a:spcPts val="0"/>
              </a:spcAft>
              <a:defRPr sz="1600" b="0" i="0">
                <a:solidFill>
                  <a:srgbClr val="372884"/>
                </a:solidFill>
                <a:latin typeface="Nunito Sans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F6444E9-DA96-4899-52D7-14CC94E23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25930" y="3500135"/>
            <a:ext cx="1980000" cy="369332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0" i="0" cap="none" spc="0" baseline="0">
                <a:solidFill>
                  <a:schemeClr val="bg1"/>
                </a:solidFill>
                <a:latin typeface="Nunito Sans ExtraLight" pitchFamily="2" charset="77"/>
                <a:ea typeface="Nunito Sans ExtraLight" pitchFamily="2" charset="77"/>
                <a:cs typeface="Nunito Sans ExtraLight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5615A-283A-7336-7B79-9BAE1055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9CA0EE-452C-4658-46F3-F7BE4559AF7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2C8AD-39BE-54FF-AA0A-BF61623041BC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70250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 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0B1A5ED-0DD6-394C-B985-697157D3C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599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8504900-D06E-924B-917F-434599016D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040" y="1815392"/>
            <a:ext cx="3236976" cy="184666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9AE48D-9EAC-5A4F-8D3C-5C2E54C637E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2C1BB6F-7F66-9148-87DE-1D60A87EB1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CFC01A4-6BDE-2C49-84C0-7109C1C3EB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42950"/>
            <a:ext cx="6795416" cy="598226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3EB6D5A6-C258-7545-8F4C-DF49FFF6177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233915" y="2217102"/>
            <a:ext cx="3240805" cy="2291831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B70CCFD8-41F4-3646-B296-344A348749E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787041" y="2217102"/>
            <a:ext cx="3236976" cy="2291836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B9588-2323-8532-6ABB-05A2B800890F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99870-01EF-52B3-C212-A5A788F3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15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 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599" y="742950"/>
            <a:ext cx="7606982" cy="786369"/>
          </a:xfrm>
        </p:spPr>
        <p:txBody>
          <a:bodyPr anchor="b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EA960E-F7EC-934D-A820-474D9A494D20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4C84A2-2AFB-374F-8AA7-FB7C26CB44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7755" y="1857652"/>
            <a:ext cx="2432304" cy="450199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9740B21-258E-D645-8198-DA6EBBDF7C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22602" y="1857652"/>
            <a:ext cx="2428132" cy="450199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6E4F2C6-6A67-AE46-B391-F67522E3F8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03277" y="1859795"/>
            <a:ext cx="2432304" cy="448056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1200" b="1" i="0">
                <a:solidFill>
                  <a:schemeClr val="accent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800" b="1" i="0"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Short Title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50EFB11F-475B-8C48-9BA2-540B57E91C1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0C7BE8B6-9115-DE46-A6C0-DD665F4235E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237755" y="2556199"/>
            <a:ext cx="2435775" cy="1989164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3D2CFE45-37CB-EB4C-9295-FD3C0774059B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822251" y="2556199"/>
            <a:ext cx="2432304" cy="1989168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ECF80A01-45CF-6C4D-97B0-DA4ED8BCD081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5403277" y="2556199"/>
            <a:ext cx="2432304" cy="1989168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97955-D7D0-A5A0-06EC-5F3724ED8023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87E1C-74C9-2A71-009B-A0A2BE86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92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 Column Titles w/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8609558-C055-F945-8E89-D4857DFDA542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48" name="Content Placeholder 5">
            <a:extLst>
              <a:ext uri="{FF2B5EF4-FFF2-40B4-BE49-F238E27FC236}">
                <a16:creationId xmlns:a16="http://schemas.microsoft.com/office/drawing/2014/main" id="{651D05B5-47E5-9B4E-A296-B5E38EB9264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7097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3174EC92-8A0D-374B-9790-673BF00BEE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23892" y="2094291"/>
            <a:ext cx="1810405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16" name="Content Placeholder 5">
            <a:extLst>
              <a:ext uri="{FF2B5EF4-FFF2-40B4-BE49-F238E27FC236}">
                <a16:creationId xmlns:a16="http://schemas.microsoft.com/office/drawing/2014/main" id="{BE661707-C728-714A-9F7E-FDEFF4ED551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523892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19" name="Text Placeholder 2">
            <a:extLst>
              <a:ext uri="{FF2B5EF4-FFF2-40B4-BE49-F238E27FC236}">
                <a16:creationId xmlns:a16="http://schemas.microsoft.com/office/drawing/2014/main" id="{25488E08-28B3-BB46-84C7-1FFD03DFA2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9231" y="2094291"/>
            <a:ext cx="181795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0" name="Content Placeholder 5">
            <a:extLst>
              <a:ext uri="{FF2B5EF4-FFF2-40B4-BE49-F238E27FC236}">
                <a16:creationId xmlns:a16="http://schemas.microsoft.com/office/drawing/2014/main" id="{6ABF7AC3-D9EC-634F-BD42-186E9DB50BA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699231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F99F3871-57D3-9A4C-8AB8-3997843685C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82123" y="2094291"/>
            <a:ext cx="1804677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4" name="Content Placeholder 5">
            <a:extLst>
              <a:ext uri="{FF2B5EF4-FFF2-40B4-BE49-F238E27FC236}">
                <a16:creationId xmlns:a16="http://schemas.microsoft.com/office/drawing/2014/main" id="{40301F36-C504-2D47-9F13-6179969F45B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882123" y="1430806"/>
            <a:ext cx="570018" cy="553998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here to insert the icon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362DCF5E-DF15-2244-9FD1-8743CAA2FB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7097" y="2094291"/>
            <a:ext cx="1811861" cy="369332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200" b="1" i="0" cap="none" spc="0" baseline="0">
                <a:solidFill>
                  <a:schemeClr val="accent1"/>
                </a:solidFill>
                <a:latin typeface="Nunito Sans SemiBold" pitchFamily="2" charset="77"/>
                <a:ea typeface="Nunito Sans SemiBold" pitchFamily="2" charset="77"/>
                <a:cs typeface="Nunito Sans SemiBold" pitchFamily="2" charset="77"/>
              </a:defRPr>
            </a:lvl1pPr>
          </a:lstStyle>
          <a:p>
            <a:pPr lvl="0"/>
            <a:r>
              <a:rPr lang="en-US"/>
              <a:t>Column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F22B1CC-B00B-1448-B588-1535396A4C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C4118877-B7DE-2046-8671-74C033D125B2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47097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47BC94C9-17BB-864B-A67C-9144A0F8AB95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2523892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AD635848-1173-EE41-9EBB-AB4B819B992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699231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Content Placeholder 4">
            <a:extLst>
              <a:ext uri="{FF2B5EF4-FFF2-40B4-BE49-F238E27FC236}">
                <a16:creationId xmlns:a16="http://schemas.microsoft.com/office/drawing/2014/main" id="{994639CC-996B-0044-95DA-557AE5A334A6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6882123" y="2591593"/>
            <a:ext cx="1793792" cy="1784463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6">
            <a:extLst>
              <a:ext uri="{FF2B5EF4-FFF2-40B4-BE49-F238E27FC236}">
                <a16:creationId xmlns:a16="http://schemas.microsoft.com/office/drawing/2014/main" id="{C60E5517-70F7-594A-A8B4-DE8E2182E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951" y="742950"/>
            <a:ext cx="8451849" cy="455509"/>
          </a:xfrm>
        </p:spPr>
        <p:txBody>
          <a:bodyPr anchor="b" anchorCtr="0">
            <a:normAutofit/>
          </a:bodyPr>
          <a:lstStyle>
            <a:lvl1pPr>
              <a:defRPr sz="32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C18FE-45E8-E409-ADD4-1E3D8B0BABFE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19BFA-A15C-38E1-4CD9-EA1FB92F8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5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8ABC1BB-1EA9-4A4F-B29A-94BDD54B9EB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7776000" cy="386552"/>
          </a:xfrm>
        </p:spPr>
        <p:txBody>
          <a:bodyPr anchor="b" anchorCtr="0">
            <a:no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A971C-18BF-C106-5FCA-DF34EA6D12A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E6D121-B591-890F-365F-BB5A52F7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42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8691633" cy="384048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78599C-DFF5-DB49-835A-8675207C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" y="1099250"/>
            <a:ext cx="8696464" cy="3478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5F427-7165-76EB-0C84-76317C63C8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B254-FD07-DE0A-10CE-0008DD6A014A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BC48F-37C2-DC5E-89B9-8B7B78C1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37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78599C-DFF5-DB49-835A-8675207CA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" y="1404053"/>
            <a:ext cx="8696464" cy="31439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76F3F17-57C2-2149-BA32-142A4ED004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598" y="941199"/>
            <a:ext cx="8691633" cy="380409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6F10B-B67D-41F9-B2BA-671F3970231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AB686-4FDD-816C-8DF3-ABA7C3CD3005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BA95A4F-8224-59BB-811C-367A7EF80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8844"/>
            <a:ext cx="8691632" cy="380409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410CA-47BA-F258-5149-E462A2FC4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28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776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CDCDF-8A4E-1BF8-0094-D5697D3AD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45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ile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B8F3428-4EDB-B84B-954E-2350C8C67CC0}"/>
              </a:ext>
            </a:extLst>
          </p:cNvPr>
          <p:cNvSpPr txBox="1"/>
          <p:nvPr/>
        </p:nvSpPr>
        <p:spPr>
          <a:xfrm>
            <a:off x="8289101" y="10801602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EAF0D9-FDE0-2145-9361-20BA0D544E7A}"/>
              </a:ext>
            </a:extLst>
          </p:cNvPr>
          <p:cNvSpPr/>
          <p:nvPr/>
        </p:nvSpPr>
        <p:spPr>
          <a:xfrm>
            <a:off x="4737263" y="0"/>
            <a:ext cx="4406737" cy="5143500"/>
          </a:xfrm>
          <a:prstGeom prst="rect">
            <a:avLst/>
          </a:prstGeom>
          <a:gradFill>
            <a:gsLst>
              <a:gs pos="24000">
                <a:srgbClr val="E2D9D1"/>
              </a:gs>
              <a:gs pos="89000">
                <a:srgbClr val="E2D9D1"/>
              </a:gs>
            </a:gsLst>
            <a:path path="circle">
              <a:fillToRect r="100000" b="100000"/>
            </a:path>
          </a:gradFill>
          <a:ln w="5754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36E0029-C59A-134D-9AD9-4017E410D5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598" y="1856922"/>
            <a:ext cx="3960000" cy="415636"/>
          </a:xfrm>
        </p:spPr>
        <p:txBody>
          <a:bodyPr anchor="t" anchorCtr="0"/>
          <a:lstStyle>
            <a:lvl1pPr algn="l">
              <a:lnSpc>
                <a:spcPct val="100000"/>
              </a:lnSpc>
              <a:spcAft>
                <a:spcPts val="0"/>
              </a:spcAft>
              <a:defRPr lang="en-US" sz="2400" b="0" i="0" kern="1200" baseline="0" dirty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Name Goes Here</a:t>
            </a:r>
          </a:p>
          <a:p>
            <a:pPr lvl="0"/>
            <a:endParaRPr lang="en-US"/>
          </a:p>
        </p:txBody>
      </p:sp>
      <p:sp>
        <p:nvSpPr>
          <p:cNvPr id="27" name="Content Placeholder 33">
            <a:extLst>
              <a:ext uri="{FF2B5EF4-FFF2-40B4-BE49-F238E27FC236}">
                <a16:creationId xmlns:a16="http://schemas.microsoft.com/office/drawing/2014/main" id="{76B89A37-5EAF-8540-AD6D-39C3B855D6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28598" y="2341204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2">
                    <a:lumMod val="25000"/>
                  </a:schemeClr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8" name="Content Placeholder 33">
            <a:extLst>
              <a:ext uri="{FF2B5EF4-FFF2-40B4-BE49-F238E27FC236}">
                <a16:creationId xmlns:a16="http://schemas.microsoft.com/office/drawing/2014/main" id="{FEDFE1B9-831D-EF44-99DA-55D49F0DA58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28598" y="2585508"/>
            <a:ext cx="396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800" b="0" i="0" cap="all" spc="180" baseline="0">
                <a:solidFill>
                  <a:schemeClr val="accent3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LOCATION GOES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80B2140-7B6D-FA4C-9C15-06E4BFE1299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4951A-D431-884B-805C-22418587C6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599" y="2950651"/>
            <a:ext cx="3960000" cy="1677190"/>
          </a:xfrm>
        </p:spPr>
        <p:txBody>
          <a:bodyPr/>
          <a:lstStyle>
            <a:lvl1pPr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>
              <a:defRPr b="0" i="0">
                <a:solidFill>
                  <a:schemeClr val="tx2"/>
                </a:solidFill>
              </a:defRPr>
            </a:lvl2pPr>
            <a:lvl3pPr>
              <a:defRPr b="0" i="0">
                <a:solidFill>
                  <a:schemeClr val="tx2"/>
                </a:solidFill>
              </a:defRPr>
            </a:lvl3pPr>
            <a:lvl4pPr>
              <a:defRPr b="0" i="0">
                <a:solidFill>
                  <a:schemeClr val="tx2"/>
                </a:solidFill>
              </a:defRPr>
            </a:lvl4pPr>
            <a:lvl5pPr>
              <a:defRPr b="0" i="0">
                <a:solidFill>
                  <a:schemeClr val="tx2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en-US"/>
              <a:t>Click to edit Primary text styles..</a:t>
            </a:r>
            <a:r>
              <a:rPr lang="en-US" sz="1000" b="1">
                <a:solidFill>
                  <a:srgbClr val="372884"/>
                </a:solidFill>
                <a:latin typeface="Nunito Sans SemiBold" pitchFamily="2" charset="77"/>
              </a:rPr>
              <a:t>.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C463AD3-8E29-8550-14ED-C2CE7A1BBA84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228599" y="751872"/>
            <a:ext cx="1041400" cy="1041400"/>
          </a:xfrm>
          <a:prstGeom prst="ellipse">
            <a:avLst/>
          </a:prstGeom>
        </p:spPr>
        <p:txBody>
          <a:bodyPr anchor="ctr" anchorCtr="1"/>
          <a:lstStyle>
            <a:lvl1pPr marL="230188" marR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/>
              <a:buNone/>
              <a:tabLst/>
              <a:defRPr/>
            </a:pPr>
            <a:r>
              <a:rPr lang="en-US"/>
              <a:t>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B54A8-DB76-E0CF-EE6F-4794A0ED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84A88-9FAC-3522-CCDB-4562417196F3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93AE9-177E-0E02-7B69-57FCF28A94E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974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laschard Alt S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"/>
          <p:cNvSpPr>
            <a:spLocks noGrp="1"/>
          </p:cNvSpPr>
          <p:nvPr>
            <p:ph type="pic" idx="13" hasCustomPrompt="1"/>
          </p:nvPr>
        </p:nvSpPr>
        <p:spPr>
          <a:xfrm>
            <a:off x="4571999" y="0"/>
            <a:ext cx="4572003" cy="5143500"/>
          </a:xfrm>
          <a:prstGeom prst="rect">
            <a:avLst/>
          </a:prstGeom>
        </p:spPr>
        <p:txBody>
          <a:bodyPr lIns="91439" tIns="45719" rIns="91439" bIns="45719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Place image here</a:t>
            </a:r>
            <a:endParaRPr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1CDBBA3E-5CC7-5CB7-C928-91BD51B12C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791157"/>
            <a:ext cx="3960000" cy="1292095"/>
          </a:xfrm>
        </p:spPr>
        <p:txBody>
          <a:bodyPr anchor="b">
            <a:noAutofit/>
          </a:bodyPr>
          <a:lstStyle>
            <a:lvl1pPr>
              <a:defRPr sz="28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5188807-83C6-EFF4-2436-D46D3CAD14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599" y="2226345"/>
            <a:ext cx="3960000" cy="1913193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800"/>
            </a:lvl1pPr>
            <a:lvl2pPr>
              <a:spcAft>
                <a:spcPts val="600"/>
              </a:spcAft>
              <a:defRPr sz="800"/>
            </a:lvl2pPr>
            <a:lvl3pPr>
              <a:spcAft>
                <a:spcPts val="600"/>
              </a:spcAft>
              <a:defRPr sz="800"/>
            </a:lvl3pPr>
            <a:lvl4pPr>
              <a:spcAft>
                <a:spcPts val="600"/>
              </a:spcAft>
              <a:defRPr sz="800"/>
            </a:lvl4pPr>
            <a:lvl5pPr>
              <a:spcAft>
                <a:spcPts val="600"/>
              </a:spcAft>
              <a:defRPr sz="800"/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45011C99-2BA9-4F2C-5DD1-6DC898D7019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8599" y="227839"/>
            <a:ext cx="1008000" cy="324000"/>
          </a:xfr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 b="0" i="0" baseline="0">
                <a:solidFill>
                  <a:schemeClr val="accent6"/>
                </a:solidFill>
                <a:latin typeface="Nunito Sans" pitchFamily="2" charset="77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Drag logo here and right align.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62FEA-19E0-8D7F-C36B-B0A9F31BE60E}"/>
              </a:ext>
            </a:extLst>
          </p:cNvPr>
          <p:cNvSpPr txBox="1"/>
          <p:nvPr/>
        </p:nvSpPr>
        <p:spPr>
          <a:xfrm>
            <a:off x="228600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550" b="0" i="0" cap="none" spc="20" baseline="0">
                <a:solidFill>
                  <a:schemeClr val="bg2">
                    <a:lumMod val="2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2">
                    <a:lumMod val="2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2">
                  <a:lumMod val="2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46004-4560-F960-616A-1A04E6C8A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9328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32">
          <p15:clr>
            <a:srgbClr val="FBAE40"/>
          </p15:clr>
        </p15:guide>
        <p15:guide id="2" pos="5616">
          <p15:clr>
            <a:srgbClr val="FBAE40"/>
          </p15:clr>
        </p15:guide>
        <p15:guide id="3" pos="5496">
          <p15:clr>
            <a:srgbClr val="FBAE40"/>
          </p15:clr>
        </p15:guide>
        <p15:guide id="4" orient="horz" pos="3060">
          <p15:clr>
            <a:srgbClr val="FBAE40"/>
          </p15:clr>
        </p15:guide>
        <p15:guide id="6" pos="2016">
          <p15:clr>
            <a:srgbClr val="FBAE40"/>
          </p15:clr>
        </p15:guide>
        <p15:guide id="7" orient="horz" pos="1212">
          <p15:clr>
            <a:srgbClr val="FBAE40"/>
          </p15:clr>
        </p15:guide>
        <p15:guide id="8" orient="horz" pos="660">
          <p15:clr>
            <a:srgbClr val="FBAE40"/>
          </p15:clr>
        </p15:guide>
        <p15:guide id="9" pos="1008">
          <p15:clr>
            <a:srgbClr val="FBAE40"/>
          </p15:clr>
        </p15:guide>
        <p15:guide id="10" orient="horz" pos="2916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F3BFF3-86BB-EE2A-BC0F-AEA8A20E6F5C}"/>
              </a:ext>
            </a:extLst>
          </p:cNvPr>
          <p:cNvSpPr/>
          <p:nvPr/>
        </p:nvSpPr>
        <p:spPr>
          <a:xfrm>
            <a:off x="0" y="0"/>
            <a:ext cx="9144000" cy="5200153"/>
          </a:xfrm>
          <a:prstGeom prst="rect">
            <a:avLst/>
          </a:prstGeom>
          <a:gradFill>
            <a:gsLst>
              <a:gs pos="0">
                <a:srgbClr val="3D213B"/>
              </a:gs>
              <a:gs pos="94000">
                <a:srgbClr val="3B052E"/>
              </a:gs>
            </a:gsLst>
            <a:lin ang="4800000" scaled="0"/>
          </a:gradFill>
          <a:ln w="57547" cap="flat">
            <a:noFill/>
            <a:prstDash val="solid"/>
            <a:miter/>
          </a:ln>
        </p:spPr>
        <p:txBody>
          <a:bodyPr rtlCol="0" anchor="ctr"/>
          <a:lstStyle/>
          <a:p>
            <a:pPr algn="l">
              <a:buClr>
                <a:schemeClr val="accent4"/>
              </a:buClr>
              <a:buSzPct val="110000"/>
            </a:pPr>
            <a:endParaRPr lang="en-US" sz="1100" b="1">
              <a:latin typeface="Nunito Sans Black" pitchFamily="2" charset="77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1404B1AE-8010-2542-987B-B31FC146A126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222001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5" name="Content Placeholder 33">
            <a:extLst>
              <a:ext uri="{FF2B5EF4-FFF2-40B4-BE49-F238E27FC236}">
                <a16:creationId xmlns:a16="http://schemas.microsoft.com/office/drawing/2014/main" id="{A13134ED-1A72-FC4B-8D1C-B0FE61A700C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3222001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6" name="Content Placeholder 33">
            <a:extLst>
              <a:ext uri="{FF2B5EF4-FFF2-40B4-BE49-F238E27FC236}">
                <a16:creationId xmlns:a16="http://schemas.microsoft.com/office/drawing/2014/main" id="{C29B1B53-8735-5E42-83DF-1C39EE55601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222001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37" name="Content Placeholder 33">
            <a:extLst>
              <a:ext uri="{FF2B5EF4-FFF2-40B4-BE49-F238E27FC236}">
                <a16:creationId xmlns:a16="http://schemas.microsoft.com/office/drawing/2014/main" id="{DB2315F3-E474-2646-93FD-39D6FB59F2E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228599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38" name="Content Placeholder 33">
            <a:extLst>
              <a:ext uri="{FF2B5EF4-FFF2-40B4-BE49-F238E27FC236}">
                <a16:creationId xmlns:a16="http://schemas.microsoft.com/office/drawing/2014/main" id="{97E00862-5A7B-6140-87A8-D23C6920587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228599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B506F2-CB94-504D-B6D1-7278DDC0A6D6}"/>
              </a:ext>
            </a:extLst>
          </p:cNvPr>
          <p:cNvSpPr txBox="1"/>
          <p:nvPr/>
        </p:nvSpPr>
        <p:spPr>
          <a:xfrm>
            <a:off x="228600" y="742950"/>
            <a:ext cx="434340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0" i="0">
                <a:solidFill>
                  <a:schemeClr val="bg1"/>
                </a:solidFill>
                <a:latin typeface="Nunito Sans ExtraLight" pitchFamily="2" charset="77"/>
              </a:rPr>
              <a:t>Thank you.</a:t>
            </a:r>
          </a:p>
        </p:txBody>
      </p:sp>
      <p:sp>
        <p:nvSpPr>
          <p:cNvPr id="13" name="Content Placeholder 33">
            <a:extLst>
              <a:ext uri="{FF2B5EF4-FFF2-40B4-BE49-F238E27FC236}">
                <a16:creationId xmlns:a16="http://schemas.microsoft.com/office/drawing/2014/main" id="{D136B4FE-4AFF-7F40-B5CA-AE35BFD130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3222001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5" name="Content Placeholder 33">
            <a:extLst>
              <a:ext uri="{FF2B5EF4-FFF2-40B4-BE49-F238E27FC236}">
                <a16:creationId xmlns:a16="http://schemas.microsoft.com/office/drawing/2014/main" id="{5C7E2FA4-7784-2C47-A439-49BBA79FCDE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228599" y="3401319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6" name="Content Placeholder 33">
            <a:extLst>
              <a:ext uri="{FF2B5EF4-FFF2-40B4-BE49-F238E27FC236}">
                <a16:creationId xmlns:a16="http://schemas.microsoft.com/office/drawing/2014/main" id="{AB10F353-42F4-A545-9AD5-B5D78FB74E39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228599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5" name="Content Placeholder 33">
            <a:extLst>
              <a:ext uri="{FF2B5EF4-FFF2-40B4-BE49-F238E27FC236}">
                <a16:creationId xmlns:a16="http://schemas.microsoft.com/office/drawing/2014/main" id="{EE096E33-73D0-B4A0-632A-10AAAE3E4D3B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6215403" y="2839902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400" b="0" i="0">
                <a:solidFill>
                  <a:schemeClr val="bg1"/>
                </a:solidFill>
                <a:latin typeface="Nunito Sans Light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Name goes here</a:t>
            </a:r>
          </a:p>
        </p:txBody>
      </p:sp>
      <p:sp>
        <p:nvSpPr>
          <p:cNvPr id="6" name="Content Placeholder 33">
            <a:extLst>
              <a:ext uri="{FF2B5EF4-FFF2-40B4-BE49-F238E27FC236}">
                <a16:creationId xmlns:a16="http://schemas.microsoft.com/office/drawing/2014/main" id="{0AB75398-6139-2D53-3C17-74B4543485E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6215403" y="3109758"/>
            <a:ext cx="2700000" cy="2063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bg1"/>
                </a:solidFill>
                <a:latin typeface="Nunito Sans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7" name="Content Placeholder 33">
            <a:extLst>
              <a:ext uri="{FF2B5EF4-FFF2-40B4-BE49-F238E27FC236}">
                <a16:creationId xmlns:a16="http://schemas.microsoft.com/office/drawing/2014/main" id="{BE7D61E7-1A63-909B-3836-53F43BAC1DE4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6215403" y="3410463"/>
            <a:ext cx="2700000" cy="255971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8" name="Content Placeholder 33">
            <a:extLst>
              <a:ext uri="{FF2B5EF4-FFF2-40B4-BE49-F238E27FC236}">
                <a16:creationId xmlns:a16="http://schemas.microsoft.com/office/drawing/2014/main" id="{2EFFCC38-8850-59C4-1639-E589C913B42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6215403" y="3681685"/>
            <a:ext cx="2700000" cy="231438"/>
          </a:xfr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sz="1000" b="1" i="0" u="none">
                <a:solidFill>
                  <a:schemeClr val="bg1">
                    <a:lumMod val="85000"/>
                  </a:schemeClr>
                </a:solidFill>
                <a:latin typeface="Nunito Sans SemiBold" pitchFamily="2" charset="77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000" b="1" i="0">
                <a:solidFill>
                  <a:schemeClr val="bg1"/>
                </a:solidFill>
                <a:latin typeface="Nunito Sans Black" pitchFamily="2" charset="77"/>
              </a:defRPr>
            </a:lvl5pPr>
          </a:lstStyle>
          <a:p>
            <a:pPr lvl="0"/>
            <a:r>
              <a:rPr lang="en-US"/>
              <a:t>phone number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20B4C7-078E-D968-F349-D8151298C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14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Only 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8CAED-83BD-1EB2-4129-0D9CA702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65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 Dark">
    <p:bg>
      <p:bgPr>
        <a:solidFill>
          <a:srgbClr val="3C1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70724F-404E-99B4-C8E4-DBB6409E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02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Dark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E3C8638D-77CC-EC40-9CC9-BFDD90466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457200"/>
            <a:ext cx="7776000" cy="384048"/>
          </a:xfrm>
        </p:spPr>
        <p:txBody>
          <a:bodyPr anchor="b" anchorCtr="0">
            <a:normAutofit/>
          </a:bodyPr>
          <a:lstStyle>
            <a:lvl1pPr>
              <a:defRPr sz="24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70C85-AAA2-084D-BDBC-F3C65D5786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0288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bg2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9BFB-18C9-6518-CA19-CA9E590C6D2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14D27-2704-03EE-8248-F74DC2531A45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A77D3-4998-EA0C-C4ED-E71EFF92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00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ntro + Infographics Side by Side">
    <p:bg>
      <p:bgPr>
        <a:solidFill>
          <a:srgbClr val="3A0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6DC867-1892-EE41-ADED-A020B098F6AA}"/>
              </a:ext>
            </a:extLst>
          </p:cNvPr>
          <p:cNvSpPr/>
          <p:nvPr/>
        </p:nvSpPr>
        <p:spPr>
          <a:xfrm>
            <a:off x="-3891" y="0"/>
            <a:ext cx="2851842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520F04-BA52-46F2-90AE-82906163FD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598" y="742950"/>
            <a:ext cx="2448000" cy="144819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3200" b="0" i="0">
                <a:solidFill>
                  <a:schemeClr val="accent1"/>
                </a:solidFill>
                <a:latin typeface="Nunito Sans ExtraLight" pitchFamily="2" charset="77"/>
              </a:defRPr>
            </a:lvl1pPr>
            <a:lvl2pPr marL="233362" indent="0">
              <a:buNone/>
              <a:defRPr/>
            </a:lvl2pPr>
          </a:lstStyle>
          <a:p>
            <a:pPr lvl="0"/>
            <a:r>
              <a:rPr lang="en-US"/>
              <a:t>Edit Text Styles,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632697" y="742950"/>
            <a:ext cx="4825503" cy="36711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516C8D8-F650-B54C-AF1E-10F93148CF9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8" y="228600"/>
            <a:ext cx="2448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A55B0-1301-E748-AC34-BEE6E3A904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8" y="2571750"/>
            <a:ext cx="2448000" cy="1878355"/>
          </a:xfrm>
        </p:spPr>
        <p:txBody>
          <a:bodyPr/>
          <a:lstStyle>
            <a:lvl1pPr>
              <a:defRPr sz="900" b="0" i="0">
                <a:latin typeface="Nunito Sans Light" pitchFamily="2" charset="77"/>
              </a:defRPr>
            </a:lvl1pPr>
            <a:lvl2pPr>
              <a:defRPr sz="900" b="0" i="0">
                <a:latin typeface="Nunito Sans Light" pitchFamily="2" charset="77"/>
              </a:defRPr>
            </a:lvl2pPr>
            <a:lvl3pPr>
              <a:defRPr sz="900" b="0" i="0">
                <a:latin typeface="Nunito Sans Light" pitchFamily="2" charset="77"/>
              </a:defRPr>
            </a:lvl3pPr>
            <a:lvl4pPr>
              <a:defRPr sz="900" b="0" i="0">
                <a:latin typeface="Nunito Sans Light" pitchFamily="2" charset="77"/>
              </a:defRPr>
            </a:lvl4pPr>
            <a:lvl5pPr>
              <a:defRPr sz="900" b="0" i="0">
                <a:latin typeface="Nunito Sans Light" pitchFamily="2" charset="77"/>
              </a:defRPr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51AC-6BE0-4DD3-CED4-F47346F08B91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bg1">
                    <a:lumMod val="85000"/>
                  </a:schemeClr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bg1">
                  <a:lumMod val="85000"/>
                </a:schemeClr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3837D-852F-2B21-2C79-070D9281CF23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chemeClr val="bg1">
                    <a:lumMod val="85000"/>
                  </a:schemeClr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chemeClr val="bg1">
                  <a:lumMod val="85000"/>
                </a:schemeClr>
              </a:solidFill>
              <a:latin typeface="Nunit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01255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bar Team Description 3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3E5959-7261-A258-7596-74FD6ACF8280}"/>
              </a:ext>
            </a:extLst>
          </p:cNvPr>
          <p:cNvPicPr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4344" r="10625"/>
          <a:stretch/>
        </p:blipFill>
        <p:spPr>
          <a:xfrm>
            <a:off x="0" y="5074"/>
            <a:ext cx="3067396" cy="5143500"/>
          </a:xfrm>
          <a:prstGeom prst="rect">
            <a:avLst/>
          </a:prstGeom>
        </p:spPr>
      </p:pic>
      <p:sp>
        <p:nvSpPr>
          <p:cNvPr id="22" name="Picture Placeholder 16"/>
          <p:cNvSpPr>
            <a:spLocks noGrp="1"/>
          </p:cNvSpPr>
          <p:nvPr>
            <p:ph type="pic" sz="quarter" idx="33"/>
          </p:nvPr>
        </p:nvSpPr>
        <p:spPr>
          <a:xfrm>
            <a:off x="3674909" y="48869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16"/>
          <p:cNvSpPr>
            <a:spLocks noGrp="1"/>
          </p:cNvSpPr>
          <p:nvPr>
            <p:ph type="pic" sz="quarter" idx="34"/>
          </p:nvPr>
        </p:nvSpPr>
        <p:spPr>
          <a:xfrm>
            <a:off x="3661164" y="1948087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5015060" y="1978826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5015060" y="2245019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015060" y="2448639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5015060" y="493079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5015060" y="763063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5015060" y="966682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CFCEE-509E-0A43-A3EE-0CF831836CCB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42557401-13EC-D044-B85D-EA5E9FD1B3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600" y="228600"/>
            <a:ext cx="2680853" cy="147600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10000"/>
              <a:buFontTx/>
              <a:buNone/>
              <a:tabLst/>
              <a:defRPr lang="en-US" sz="600" b="0" i="0" kern="1200" cap="all" spc="180" baseline="0" dirty="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TEAM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2F5EA9A-DA71-1145-91C5-30441EA92C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8599" y="742950"/>
            <a:ext cx="2680855" cy="3872081"/>
          </a:xfr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US" sz="3200" b="0" i="0" kern="1200" cap="none" spc="0" baseline="0" dirty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12713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2pPr>
            <a:lvl3pPr marL="225425" indent="-112713"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defRPr sz="1050"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FE718-AEF4-11C4-2877-A531D04B16B5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F141E3BA-8272-71C4-B505-DAE8FD4C5CB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61164" y="3438216"/>
            <a:ext cx="1188354" cy="118810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FD496D-C6F1-073E-EAB0-9B19E86710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15060" y="3509473"/>
            <a:ext cx="3420000" cy="20544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600" b="0" i="0">
                <a:solidFill>
                  <a:schemeClr val="accent1"/>
                </a:solidFill>
                <a:latin typeface="Nunito Sans Light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194CFB-4BAD-F18A-D0AE-4FA0E42FD2B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15060" y="3775666"/>
            <a:ext cx="3420000" cy="16785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0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797E2A-FD8F-4191-AF7A-5CEB82FD82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15060" y="3979286"/>
            <a:ext cx="3420000" cy="71011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800" b="0" i="0">
                <a:solidFill>
                  <a:schemeClr val="tx2"/>
                </a:solidFill>
                <a:latin typeface="Nunito Sans" pitchFamily="2" charset="77"/>
              </a:defRPr>
            </a:lvl1pPr>
            <a:lvl2pPr marL="233363" indent="0">
              <a:buNone/>
              <a:defRPr/>
            </a:lvl2pPr>
            <a:lvl3pPr marL="458787" indent="0">
              <a:buNone/>
              <a:defRPr/>
            </a:lvl3pPr>
            <a:lvl4pPr marL="685800" indent="0">
              <a:buNone/>
              <a:defRPr/>
            </a:lvl4pPr>
            <a:lvl5pPr marL="919162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3735EA-2F02-1031-59C0-B662619B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512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tatement 0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FDA30F-D692-6099-2A7D-735E53CD5E22}"/>
              </a:ext>
            </a:extLst>
          </p:cNvPr>
          <p:cNvSpPr/>
          <p:nvPr/>
        </p:nvSpPr>
        <p:spPr>
          <a:xfrm>
            <a:off x="0" y="1326"/>
            <a:ext cx="2854800" cy="51421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 ExtraBol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310128" y="742950"/>
            <a:ext cx="5404104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91543F0-FE87-0574-2A0F-ABBC8C5A6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1198386"/>
            <a:ext cx="2386713" cy="561692"/>
          </a:xfrm>
        </p:spPr>
        <p:txBody>
          <a:bodyPr anchor="b">
            <a:normAutofit/>
          </a:bodyPr>
          <a:lstStyle>
            <a:lvl1pPr>
              <a:defRPr sz="2000" b="0" i="0">
                <a:solidFill>
                  <a:schemeClr val="accent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7B22E6C-3135-EC30-FE44-EF3160440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9" y="1924050"/>
            <a:ext cx="2386713" cy="2690897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DD63C9-E29C-38E8-6205-17983CE05C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039938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none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82B15E-6D02-1DDE-2D9D-75214FE3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" y="4745484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53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tatement 0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FDA30F-D692-6099-2A7D-735E53CD5E22}"/>
              </a:ext>
            </a:extLst>
          </p:cNvPr>
          <p:cNvSpPr/>
          <p:nvPr/>
        </p:nvSpPr>
        <p:spPr>
          <a:xfrm>
            <a:off x="-1" y="7430"/>
            <a:ext cx="4360333" cy="5142174"/>
          </a:xfrm>
          <a:prstGeom prst="rect">
            <a:avLst/>
          </a:prstGeom>
          <a:solidFill>
            <a:srgbClr val="3A0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 ExtraBol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50AE6-8727-AE40-9481-40563ADB2711}"/>
              </a:ext>
            </a:extLst>
          </p:cNvPr>
          <p:cNvSpPr txBox="1"/>
          <p:nvPr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070E-5A92-F64A-9020-0BF6B870E964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3310128" y="742950"/>
            <a:ext cx="5404104" cy="3671135"/>
          </a:xfrm>
        </p:spPr>
        <p:txBody>
          <a:bodyPr/>
          <a:lstStyle/>
          <a:p>
            <a:pPr lvl="0"/>
            <a:r>
              <a:rPr lang="en-US"/>
              <a:t>Use this space for pictures, example screenshots, logos, charts, and visually communicate. 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D69FE-5D99-7E72-1278-4D56ED6E7D00}"/>
              </a:ext>
            </a:extLst>
          </p:cNvPr>
          <p:cNvSpPr txBox="1"/>
          <p:nvPr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91543F0-FE87-0574-2A0F-ABBC8C5A6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1198386"/>
            <a:ext cx="2386713" cy="561692"/>
          </a:xfrm>
        </p:spPr>
        <p:txBody>
          <a:bodyPr anchor="b">
            <a:normAutofit/>
          </a:bodyPr>
          <a:lstStyle>
            <a:lvl1pPr>
              <a:defRPr sz="2000" b="0" i="0">
                <a:solidFill>
                  <a:schemeClr val="bg1"/>
                </a:solidFill>
                <a:latin typeface="Nunito Sans Light" pitchFamily="2" charset="77"/>
              </a:defRPr>
            </a:lvl1pPr>
          </a:lstStyle>
          <a:p>
            <a:r>
              <a:rPr lang="en-US"/>
              <a:t>Click To Edit Primary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7B22E6C-3135-EC30-FE44-EF31604409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8599" y="1924050"/>
            <a:ext cx="2386713" cy="26908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BDD63C9-E29C-38E8-6205-17983CE05C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039938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none" spc="180" baseline="0" dirty="0" smtClean="0">
                <a:solidFill>
                  <a:schemeClr val="bg1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44BC8-4C24-3B4E-5A4A-21D262B5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8" y="4739129"/>
            <a:ext cx="756000" cy="12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79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Wid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06C2C-5A43-F640-B61E-A39A4A1399C3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C182C3-2538-4240-BA45-63D76D8435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599" y="457200"/>
            <a:ext cx="8691633" cy="384048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5F427-7165-76EB-0C84-76317C63C8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599" y="228600"/>
            <a:ext cx="36576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AB254-FD07-DE0A-10CE-0008DD6A014A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BC48F-37C2-DC5E-89B9-8B7B78C1D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4729186"/>
            <a:ext cx="756000" cy="124893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86A7436-1647-41CF-FF39-FB44EE64621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8598" y="941199"/>
            <a:ext cx="8691633" cy="380409"/>
          </a:xfrm>
        </p:spPr>
        <p:txBody>
          <a:bodyPr/>
          <a:lstStyle/>
          <a:p>
            <a:pPr lvl="0"/>
            <a:r>
              <a:rPr lang="en-US"/>
              <a:t>Click to edit Primary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8772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-Aligned Headlin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B0B9F-372B-830B-3BAE-A3484EAE7B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00710C8-7FBE-2980-F4B3-8069FCE79A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tx1"/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section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19962-BAC2-4230-5CFF-E98DE73CCDC9}"/>
              </a:ext>
            </a:extLst>
          </p:cNvPr>
          <p:cNvSpPr txBox="1"/>
          <p:nvPr userDrawn="1"/>
        </p:nvSpPr>
        <p:spPr>
          <a:xfrm>
            <a:off x="8407545" y="4834911"/>
            <a:ext cx="507855" cy="1231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98D215EC-7418-364D-A3FE-DFF4C62F9B8C}" type="slidenum">
              <a:rPr lang="en-US" sz="800" spc="40" smtClean="0">
                <a:solidFill>
                  <a:schemeClr val="tx2"/>
                </a:solidFill>
                <a:latin typeface="Nunito Sans Light" pitchFamily="2" charset="77"/>
              </a:rPr>
              <a:t>‹#›</a:t>
            </a:fld>
            <a:endParaRPr lang="en-US" sz="800" spc="40">
              <a:solidFill>
                <a:schemeClr val="tx2"/>
              </a:solidFill>
              <a:latin typeface="Nunito Sans Light" pitchFamily="2" charset="77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B80E35-97DD-7896-BC34-F89085EBB07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8600" y="685800"/>
            <a:ext cx="8691632" cy="4572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algn="l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i="0" kern="1200" cap="none" spc="0" baseline="0" dirty="0" smtClean="0">
                <a:solidFill>
                  <a:schemeClr val="tx2"/>
                </a:solidFill>
                <a:latin typeface="Nunito Sans Extra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Extra Light Headline Optional Bold Accent</a:t>
            </a:r>
          </a:p>
        </p:txBody>
      </p:sp>
    </p:spTree>
    <p:extLst>
      <p:ext uri="{BB962C8B-B14F-4D97-AF65-F5344CB8AC3E}">
        <p14:creationId xmlns:p14="http://schemas.microsoft.com/office/powerpoint/2010/main" val="1511158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FCD37DF-20B0-A642-A294-09E6CE385C9C}"/>
              </a:ext>
            </a:extLst>
          </p:cNvPr>
          <p:cNvSpPr txBox="1"/>
          <p:nvPr userDrawn="1"/>
        </p:nvSpPr>
        <p:spPr>
          <a:xfrm>
            <a:off x="8305727" y="4736704"/>
            <a:ext cx="6145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98D215EC-7418-364D-A3FE-DFF4C62F9B8C}" type="slidenum">
              <a:rPr lang="en-US" sz="1000" spc="40" smtClean="0">
                <a:solidFill>
                  <a:srgbClr val="372884"/>
                </a:solidFill>
                <a:latin typeface="Nunito Sans Light" pitchFamily="2" charset="77"/>
              </a:rPr>
              <a:t>‹#›</a:t>
            </a:fld>
            <a:endParaRPr lang="en-US" sz="1000" spc="40">
              <a:solidFill>
                <a:srgbClr val="372884"/>
              </a:solidFill>
              <a:latin typeface="Nunito Sans Light" pitchFamily="2" charset="77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6E83F83-9AC8-0A43-93EF-DEE9150E2FD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8600" y="228600"/>
            <a:ext cx="2880000" cy="146050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C5002D-D0D6-8843-9B5C-9E2D5D4427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600" y="1677510"/>
            <a:ext cx="6045543" cy="289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7136483-A53C-B449-8B30-84F2E33C8F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8600" y="742950"/>
            <a:ext cx="6042727" cy="598226"/>
          </a:xfrm>
        </p:spPr>
        <p:txBody>
          <a:bodyPr anchor="b"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i="0" kern="1200" cap="none" spc="0" baseline="0" dirty="0" smtClean="0">
                <a:solidFill>
                  <a:schemeClr val="accent1"/>
                </a:solidFill>
                <a:latin typeface="Nunito Sans Ligh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Primary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FFFD9-F592-4603-9DE7-55A1EAFC28FD}"/>
              </a:ext>
            </a:extLst>
          </p:cNvPr>
          <p:cNvSpPr txBox="1"/>
          <p:nvPr userDrawn="1"/>
        </p:nvSpPr>
        <p:spPr>
          <a:xfrm>
            <a:off x="7811644" y="4903973"/>
            <a:ext cx="1108588" cy="84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550" b="0" i="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Proprietary &amp; </a:t>
            </a:r>
            <a:r>
              <a:rPr lang="en-US" sz="550" b="0" i="0" kern="1200" cap="none" spc="20" baseline="0">
                <a:solidFill>
                  <a:schemeClr val="accent5"/>
                </a:solidFill>
                <a:latin typeface="+mj-lt"/>
                <a:ea typeface="Roboto Condensed" charset="0"/>
                <a:cs typeface="Roboto Condensed" charset="0"/>
              </a:rPr>
              <a:t>Confidential</a:t>
            </a:r>
            <a:endParaRPr lang="en-US" sz="550" b="0" i="0" cap="none" spc="20" baseline="0">
              <a:solidFill>
                <a:schemeClr val="accent5"/>
              </a:solidFill>
              <a:latin typeface="+mj-lt"/>
              <a:ea typeface="Roboto Condensed" charset="0"/>
              <a:cs typeface="Roboto Condense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970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77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ID original" hidden="1">
            <a:extLst>
              <a:ext uri="{FF2B5EF4-FFF2-40B4-BE49-F238E27FC236}">
                <a16:creationId xmlns:a16="http://schemas.microsoft.com/office/drawing/2014/main" id="{E6326205-8DA6-4592-A731-E8B3B7C27B5A}"/>
              </a:ext>
            </a:extLst>
          </p:cNvPr>
          <p:cNvGrpSpPr/>
          <p:nvPr/>
        </p:nvGrpSpPr>
        <p:grpSpPr>
          <a:xfrm>
            <a:off x="225359" y="228600"/>
            <a:ext cx="8693711" cy="4462272"/>
            <a:chOff x="225359" y="228600"/>
            <a:chExt cx="8693711" cy="446227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E3B657D-FDC1-4A7A-A4F5-F4EFF01F65AD}"/>
                </a:ext>
              </a:extLst>
            </p:cNvPr>
            <p:cNvGrpSpPr/>
            <p:nvPr/>
          </p:nvGrpSpPr>
          <p:grpSpPr>
            <a:xfrm>
              <a:off x="225359" y="228600"/>
              <a:ext cx="8693711" cy="4462268"/>
              <a:chOff x="225359" y="228600"/>
              <a:chExt cx="8693711" cy="4462268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4B538BB-43C2-43E5-AD40-77803B906302}"/>
                  </a:ext>
                </a:extLst>
              </p:cNvPr>
              <p:cNvGrpSpPr/>
              <p:nvPr/>
            </p:nvGrpSpPr>
            <p:grpSpPr>
              <a:xfrm>
                <a:off x="225359" y="228600"/>
                <a:ext cx="8693711" cy="685800"/>
                <a:chOff x="225359" y="228600"/>
                <a:chExt cx="8693711" cy="685800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456A8F8-EAC4-4C0C-89D1-84065B19A031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CD89335-C942-45C8-BC35-1897EFE5E991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326B375F-B05A-4D18-B7D6-0F80D2865869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9CFABF65-52B1-4AEC-969A-B8193AE339CC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72493D5A-E288-4D94-8DA6-7E2646F45AE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4D366758-0424-4071-8218-CBDBD7FCCF0B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CDA293F-618A-4161-84E9-BA68727B89AF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C6E10710-10C0-4D35-BE56-7ABDAE37D8A1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9F6B555B-CDCC-4738-A7E7-8A8D7FB64992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80F8129-6FE1-4BA2-A691-913A08F2DE7D}"/>
                  </a:ext>
                </a:extLst>
              </p:cNvPr>
              <p:cNvGrpSpPr/>
              <p:nvPr/>
            </p:nvGrpSpPr>
            <p:grpSpPr>
              <a:xfrm>
                <a:off x="225359" y="983894"/>
                <a:ext cx="8693711" cy="685800"/>
                <a:chOff x="225359" y="228600"/>
                <a:chExt cx="8693711" cy="68580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968C328-CAD6-428D-8C6A-65DBF539C54C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6CDBC07E-9FCE-40BC-9506-FB87330A0A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193ED9C3-D106-41BA-BF42-4CCD613A1514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AE1C1F75-D316-4921-B712-9972850261C6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B5EC490-3C1B-488B-A8E2-8CE58670C3D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EED9E51-7B6D-436A-9E68-75B4DF397A91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5954C16-7D03-424F-BAB4-D5AE82831DE7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564EE705-CB77-4674-81F9-740935467E92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A83405F-821F-4031-8CD9-F7056B26B9F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11CDAF2-B65D-49EF-BF87-CAB72698AE91}"/>
                  </a:ext>
                </a:extLst>
              </p:cNvPr>
              <p:cNvGrpSpPr/>
              <p:nvPr/>
            </p:nvGrpSpPr>
            <p:grpSpPr>
              <a:xfrm>
                <a:off x="225359" y="1739188"/>
                <a:ext cx="8693711" cy="685800"/>
                <a:chOff x="225359" y="228600"/>
                <a:chExt cx="8693711" cy="68580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99FFD98-6406-4C96-9851-AA83609CA9A6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853A9553-EE06-41F5-BC08-40F5B48E46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AD88F14F-ECD3-4F77-B22F-C31E9890958F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BF9BDF7B-63AC-4272-AB46-48E9D212B394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FC9F457-2359-4BD5-A218-179CCBF84997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5C2611F3-3064-415E-AD1A-864DD5B41599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8E33E86-A397-424E-9299-829C42AB74CB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8E6C754-E4CD-4F71-BF54-CD4ADC21154A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43A0EA8-D40A-4B37-9CBB-EF2550215A2E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BDF705B-9DFA-4676-8DC8-A0C18A8CB543}"/>
                  </a:ext>
                </a:extLst>
              </p:cNvPr>
              <p:cNvGrpSpPr/>
              <p:nvPr/>
            </p:nvGrpSpPr>
            <p:grpSpPr>
              <a:xfrm>
                <a:off x="225359" y="2494482"/>
                <a:ext cx="8693711" cy="685800"/>
                <a:chOff x="225359" y="228600"/>
                <a:chExt cx="8693711" cy="685800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C0E935EC-2D41-4AFB-B6CF-FA8DF85ABE62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F3CE6B9-054A-419D-B70F-0EE021D13610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3DD40652-027B-4D72-834F-EB2232FD17EC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3649B142-507D-4F83-9CCF-971E99599D18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96CFA20-DDB5-4B22-96FC-E729455FEDFC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492BBC3-BE11-4642-91E4-06764C4B5F26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19A1E721-6D3D-4394-BB1F-7046C58A9B64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61669DE-598D-48B4-B664-7A849C2C24DE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F2DAF89-D5D2-43A0-AAE8-E6FFAF00703F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DFAD4A5-34A0-40C6-A3B9-B97ACDD61FC5}"/>
                  </a:ext>
                </a:extLst>
              </p:cNvPr>
              <p:cNvGrpSpPr/>
              <p:nvPr/>
            </p:nvGrpSpPr>
            <p:grpSpPr>
              <a:xfrm>
                <a:off x="225359" y="3249776"/>
                <a:ext cx="8693711" cy="685800"/>
                <a:chOff x="225359" y="228600"/>
                <a:chExt cx="8693711" cy="68580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299D385-5989-4B79-9CAC-BB80EC13F835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30341A5-09BE-4491-B14C-0719B85E682E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F72EE8E6-DBF3-4C60-A7A4-0AC0B84D3CB2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C1B8FFDC-B756-4AEC-A87B-E4A44FF9BEBF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1D5B3732-1C16-49BF-A636-43ED57363A8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81D81E4-5686-4220-B62B-EA8A6412FEBA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723C1703-982A-4991-818C-02F69B8484FA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999B0A6-1C44-40BE-9EDE-F94781BB92BB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9FE78C4-C2B1-4C6E-AAFE-4CD64B80302A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9CF8640-11D9-4E55-B0C3-559A24FAE717}"/>
                  </a:ext>
                </a:extLst>
              </p:cNvPr>
              <p:cNvGrpSpPr/>
              <p:nvPr/>
            </p:nvGrpSpPr>
            <p:grpSpPr>
              <a:xfrm>
                <a:off x="225359" y="4005068"/>
                <a:ext cx="8693711" cy="685800"/>
                <a:chOff x="225359" y="228600"/>
                <a:chExt cx="8693711" cy="6858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98DAA12-9CEE-4004-A5E4-6B4368A18AD3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01E8AE5-1797-415E-A439-FAC12A0C8305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2A9CCF4-3D86-4031-8742-BC4E3EE7CE77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5FBF602-0BFC-4CE3-B5D9-AF403C72C2AE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D73B21D-E160-4E17-B735-1D8A5ED64375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DD60BDD-6A49-4EB1-815E-7B4994B89FF8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08228E92-73D2-4566-8808-E13FBE74C70D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70A54A-88BC-40F2-B6DE-7A2CD75AEED7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79E7D8B-6CC8-425C-ABD1-6B49DFD2454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6D75E64-BC64-4259-A6E1-66A3C52BE6C3}"/>
                </a:ext>
              </a:extLst>
            </p:cNvPr>
            <p:cNvSpPr/>
            <p:nvPr/>
          </p:nvSpPr>
          <p:spPr>
            <a:xfrm>
              <a:off x="4457700" y="228600"/>
              <a:ext cx="228600" cy="4462272"/>
            </a:xfrm>
            <a:prstGeom prst="rect">
              <a:avLst/>
            </a:prstGeom>
            <a:solidFill>
              <a:srgbClr val="EAEAEA">
                <a:alpha val="4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1" name="GRID NEW" hidden="1">
            <a:extLst>
              <a:ext uri="{FF2B5EF4-FFF2-40B4-BE49-F238E27FC236}">
                <a16:creationId xmlns:a16="http://schemas.microsoft.com/office/drawing/2014/main" id="{6F88E482-0353-4362-8015-B7FB3ABBA721}"/>
              </a:ext>
            </a:extLst>
          </p:cNvPr>
          <p:cNvGrpSpPr/>
          <p:nvPr/>
        </p:nvGrpSpPr>
        <p:grpSpPr>
          <a:xfrm>
            <a:off x="228600" y="228600"/>
            <a:ext cx="8686800" cy="4691449"/>
            <a:chOff x="228600" y="228600"/>
            <a:chExt cx="8686800" cy="4691449"/>
          </a:xfrm>
        </p:grpSpPr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803175F-3635-4CA4-A2CD-424BA13DCAC5}"/>
                </a:ext>
              </a:extLst>
            </p:cNvPr>
            <p:cNvGrpSpPr/>
            <p:nvPr/>
          </p:nvGrpSpPr>
          <p:grpSpPr>
            <a:xfrm>
              <a:off x="228600" y="228600"/>
              <a:ext cx="8686800" cy="685800"/>
              <a:chOff x="228600" y="228600"/>
              <a:chExt cx="8686800" cy="685800"/>
            </a:xfrm>
          </p:grpSpPr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9CC64B6-C62E-4774-B8D6-4DEBE2571392}"/>
                  </a:ext>
                </a:extLst>
              </p:cNvPr>
              <p:cNvSpPr/>
              <p:nvPr/>
            </p:nvSpPr>
            <p:spPr>
              <a:xfrm>
                <a:off x="22860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767DFE6-67A4-4209-9B61-520C6E2DC235}"/>
                  </a:ext>
                </a:extLst>
              </p:cNvPr>
              <p:cNvSpPr/>
              <p:nvPr/>
            </p:nvSpPr>
            <p:spPr>
              <a:xfrm>
                <a:off x="120700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5ACDE100-5121-4E79-9E71-22B12062BFCF}"/>
                  </a:ext>
                </a:extLst>
              </p:cNvPr>
              <p:cNvSpPr/>
              <p:nvPr/>
            </p:nvSpPr>
            <p:spPr>
              <a:xfrm>
                <a:off x="218541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E22AE4D6-29CA-48B6-BE2D-FA72DF1FEB99}"/>
                  </a:ext>
                </a:extLst>
              </p:cNvPr>
              <p:cNvSpPr/>
              <p:nvPr/>
            </p:nvSpPr>
            <p:spPr>
              <a:xfrm>
                <a:off x="316382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9AE11280-4AFF-4279-BF20-BC3A2167644F}"/>
                  </a:ext>
                </a:extLst>
              </p:cNvPr>
              <p:cNvSpPr/>
              <p:nvPr/>
            </p:nvSpPr>
            <p:spPr>
              <a:xfrm>
                <a:off x="4142232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6C5F3BAD-60EA-4528-ABB8-B2E68E2F83A3}"/>
                  </a:ext>
                </a:extLst>
              </p:cNvPr>
              <p:cNvSpPr/>
              <p:nvPr/>
            </p:nvSpPr>
            <p:spPr>
              <a:xfrm>
                <a:off x="512064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F344166A-6A15-4050-99B2-615D1CF7D905}"/>
                  </a:ext>
                </a:extLst>
              </p:cNvPr>
              <p:cNvSpPr/>
              <p:nvPr/>
            </p:nvSpPr>
            <p:spPr>
              <a:xfrm>
                <a:off x="609904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0EABADF-BFE3-4B97-876C-BEC729B462DD}"/>
                  </a:ext>
                </a:extLst>
              </p:cNvPr>
              <p:cNvSpPr/>
              <p:nvPr/>
            </p:nvSpPr>
            <p:spPr>
              <a:xfrm>
                <a:off x="707745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99A009C9-B58F-47BA-81E7-ED606FB64195}"/>
                  </a:ext>
                </a:extLst>
              </p:cNvPr>
              <p:cNvSpPr/>
              <p:nvPr/>
            </p:nvSpPr>
            <p:spPr>
              <a:xfrm>
                <a:off x="805586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DEC027EC-6877-4707-9504-EE518FBA1CFC}"/>
                </a:ext>
              </a:extLst>
            </p:cNvPr>
            <p:cNvGrpSpPr/>
            <p:nvPr/>
          </p:nvGrpSpPr>
          <p:grpSpPr>
            <a:xfrm>
              <a:off x="228600" y="1029730"/>
              <a:ext cx="8686800" cy="685800"/>
              <a:chOff x="228600" y="1029730"/>
              <a:chExt cx="8686800" cy="685800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560F831D-24A5-43DA-9360-572196F05C25}"/>
                  </a:ext>
                </a:extLst>
              </p:cNvPr>
              <p:cNvSpPr/>
              <p:nvPr/>
            </p:nvSpPr>
            <p:spPr>
              <a:xfrm>
                <a:off x="22860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0B42CD34-B5FF-441E-A0E4-48E5236819BB}"/>
                  </a:ext>
                </a:extLst>
              </p:cNvPr>
              <p:cNvSpPr/>
              <p:nvPr/>
            </p:nvSpPr>
            <p:spPr>
              <a:xfrm>
                <a:off x="120700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D9175BB7-A433-40FA-945C-DFFC76FBDABF}"/>
                  </a:ext>
                </a:extLst>
              </p:cNvPr>
              <p:cNvSpPr/>
              <p:nvPr/>
            </p:nvSpPr>
            <p:spPr>
              <a:xfrm>
                <a:off x="218541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BD5DA6D7-DECA-4863-A7B4-945790CF635C}"/>
                  </a:ext>
                </a:extLst>
              </p:cNvPr>
              <p:cNvSpPr/>
              <p:nvPr/>
            </p:nvSpPr>
            <p:spPr>
              <a:xfrm>
                <a:off x="316382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7AE92ECE-7681-40AB-B4C9-63ACEF43EF20}"/>
                  </a:ext>
                </a:extLst>
              </p:cNvPr>
              <p:cNvSpPr/>
              <p:nvPr/>
            </p:nvSpPr>
            <p:spPr>
              <a:xfrm>
                <a:off x="4142232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B10FFB8E-2F04-4C3C-84DB-70DFBCEA5FCD}"/>
                  </a:ext>
                </a:extLst>
              </p:cNvPr>
              <p:cNvSpPr/>
              <p:nvPr/>
            </p:nvSpPr>
            <p:spPr>
              <a:xfrm>
                <a:off x="512064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210AFA2-59EE-43BB-A868-73BA1BDC6AAF}"/>
                  </a:ext>
                </a:extLst>
              </p:cNvPr>
              <p:cNvSpPr/>
              <p:nvPr/>
            </p:nvSpPr>
            <p:spPr>
              <a:xfrm>
                <a:off x="609904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1C8668ED-B2C4-4579-B877-52D0D409A659}"/>
                  </a:ext>
                </a:extLst>
              </p:cNvPr>
              <p:cNvSpPr/>
              <p:nvPr/>
            </p:nvSpPr>
            <p:spPr>
              <a:xfrm>
                <a:off x="707745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C7804B7A-40E2-42F5-A6CC-C372621FA255}"/>
                  </a:ext>
                </a:extLst>
              </p:cNvPr>
              <p:cNvSpPr/>
              <p:nvPr/>
            </p:nvSpPr>
            <p:spPr>
              <a:xfrm>
                <a:off x="805586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2451989C-79DE-4339-A098-9FC541DA64C0}"/>
                </a:ext>
              </a:extLst>
            </p:cNvPr>
            <p:cNvGrpSpPr/>
            <p:nvPr/>
          </p:nvGrpSpPr>
          <p:grpSpPr>
            <a:xfrm>
              <a:off x="228600" y="1830860"/>
              <a:ext cx="8686800" cy="685800"/>
              <a:chOff x="228600" y="1830860"/>
              <a:chExt cx="8686800" cy="685800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A128851-2DCC-473D-BF71-8B1787554F61}"/>
                  </a:ext>
                </a:extLst>
              </p:cNvPr>
              <p:cNvSpPr/>
              <p:nvPr/>
            </p:nvSpPr>
            <p:spPr>
              <a:xfrm>
                <a:off x="22860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5AB870C4-53A3-4637-B63E-0CBB7B614461}"/>
                  </a:ext>
                </a:extLst>
              </p:cNvPr>
              <p:cNvSpPr/>
              <p:nvPr/>
            </p:nvSpPr>
            <p:spPr>
              <a:xfrm>
                <a:off x="120700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55311BC-6601-435E-8051-AB158F8D61A7}"/>
                  </a:ext>
                </a:extLst>
              </p:cNvPr>
              <p:cNvSpPr/>
              <p:nvPr/>
            </p:nvSpPr>
            <p:spPr>
              <a:xfrm>
                <a:off x="218541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C2A9E32-11E4-4420-A0D0-B2112A22A233}"/>
                  </a:ext>
                </a:extLst>
              </p:cNvPr>
              <p:cNvSpPr/>
              <p:nvPr/>
            </p:nvSpPr>
            <p:spPr>
              <a:xfrm>
                <a:off x="316382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1B9DF8C-ECA8-4612-933E-9363FD7A6442}"/>
                  </a:ext>
                </a:extLst>
              </p:cNvPr>
              <p:cNvSpPr/>
              <p:nvPr/>
            </p:nvSpPr>
            <p:spPr>
              <a:xfrm>
                <a:off x="4142232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B05BE76A-4147-456A-9702-C1DBCDDD3420}"/>
                  </a:ext>
                </a:extLst>
              </p:cNvPr>
              <p:cNvSpPr/>
              <p:nvPr/>
            </p:nvSpPr>
            <p:spPr>
              <a:xfrm>
                <a:off x="512064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8F9180C5-ED41-454B-8D27-25B64E3804D6}"/>
                  </a:ext>
                </a:extLst>
              </p:cNvPr>
              <p:cNvSpPr/>
              <p:nvPr/>
            </p:nvSpPr>
            <p:spPr>
              <a:xfrm>
                <a:off x="609904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6CF0CCD6-170D-4AB3-B46C-217F61DAD076}"/>
                  </a:ext>
                </a:extLst>
              </p:cNvPr>
              <p:cNvSpPr/>
              <p:nvPr/>
            </p:nvSpPr>
            <p:spPr>
              <a:xfrm>
                <a:off x="707745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7F8C4DCC-9F63-4F8E-A3C9-10A40FD47EB7}"/>
                  </a:ext>
                </a:extLst>
              </p:cNvPr>
              <p:cNvSpPr/>
              <p:nvPr/>
            </p:nvSpPr>
            <p:spPr>
              <a:xfrm>
                <a:off x="805586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FE39BC08-85E9-4155-8A92-651EACB26379}"/>
                </a:ext>
              </a:extLst>
            </p:cNvPr>
            <p:cNvGrpSpPr/>
            <p:nvPr/>
          </p:nvGrpSpPr>
          <p:grpSpPr>
            <a:xfrm>
              <a:off x="228600" y="2631990"/>
              <a:ext cx="8686800" cy="685800"/>
              <a:chOff x="228600" y="2631990"/>
              <a:chExt cx="8686800" cy="68580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74604221-7C3B-4756-99E5-3FAA24862AE1}"/>
                  </a:ext>
                </a:extLst>
              </p:cNvPr>
              <p:cNvSpPr/>
              <p:nvPr/>
            </p:nvSpPr>
            <p:spPr>
              <a:xfrm>
                <a:off x="22860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4C9AE1D-6623-4664-9CDF-6B1820E665B1}"/>
                  </a:ext>
                </a:extLst>
              </p:cNvPr>
              <p:cNvSpPr/>
              <p:nvPr/>
            </p:nvSpPr>
            <p:spPr>
              <a:xfrm>
                <a:off x="120700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F6660C4-3AFA-43E6-BE4D-6EB9E3C63660}"/>
                  </a:ext>
                </a:extLst>
              </p:cNvPr>
              <p:cNvSpPr/>
              <p:nvPr/>
            </p:nvSpPr>
            <p:spPr>
              <a:xfrm>
                <a:off x="218541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A41ED6BF-59C3-4B91-9D13-CA2E6B17B97E}"/>
                  </a:ext>
                </a:extLst>
              </p:cNvPr>
              <p:cNvSpPr/>
              <p:nvPr/>
            </p:nvSpPr>
            <p:spPr>
              <a:xfrm>
                <a:off x="316382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90C1A5FE-88E5-47A5-A082-67EDDA505AED}"/>
                  </a:ext>
                </a:extLst>
              </p:cNvPr>
              <p:cNvSpPr/>
              <p:nvPr/>
            </p:nvSpPr>
            <p:spPr>
              <a:xfrm>
                <a:off x="4142232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D2C61AE1-A476-4365-89B1-56D890638867}"/>
                  </a:ext>
                </a:extLst>
              </p:cNvPr>
              <p:cNvSpPr/>
              <p:nvPr/>
            </p:nvSpPr>
            <p:spPr>
              <a:xfrm>
                <a:off x="512064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CF435DE2-F52C-49BE-AF97-4A13E602988A}"/>
                  </a:ext>
                </a:extLst>
              </p:cNvPr>
              <p:cNvSpPr/>
              <p:nvPr/>
            </p:nvSpPr>
            <p:spPr>
              <a:xfrm>
                <a:off x="609904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3B699FD3-3E2A-448D-AECD-43BFE2AC992E}"/>
                  </a:ext>
                </a:extLst>
              </p:cNvPr>
              <p:cNvSpPr/>
              <p:nvPr/>
            </p:nvSpPr>
            <p:spPr>
              <a:xfrm>
                <a:off x="707745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9547FD58-AD3E-40A1-9FE1-0BCF5B8B6308}"/>
                  </a:ext>
                </a:extLst>
              </p:cNvPr>
              <p:cNvSpPr/>
              <p:nvPr/>
            </p:nvSpPr>
            <p:spPr>
              <a:xfrm>
                <a:off x="805586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515F20D9-3677-456C-A2D2-695AF9448BED}"/>
                </a:ext>
              </a:extLst>
            </p:cNvPr>
            <p:cNvGrpSpPr/>
            <p:nvPr/>
          </p:nvGrpSpPr>
          <p:grpSpPr>
            <a:xfrm>
              <a:off x="228600" y="3433120"/>
              <a:ext cx="8686800" cy="685800"/>
              <a:chOff x="228600" y="3433120"/>
              <a:chExt cx="8686800" cy="685800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325F5B3B-BD1B-486A-99E3-3625CB3209CA}"/>
                  </a:ext>
                </a:extLst>
              </p:cNvPr>
              <p:cNvSpPr/>
              <p:nvPr/>
            </p:nvSpPr>
            <p:spPr>
              <a:xfrm>
                <a:off x="22860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74C5B3B1-31C9-49E4-87FE-43B95E4CE79B}"/>
                  </a:ext>
                </a:extLst>
              </p:cNvPr>
              <p:cNvSpPr/>
              <p:nvPr/>
            </p:nvSpPr>
            <p:spPr>
              <a:xfrm>
                <a:off x="120700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9DC3B33-C7C8-4062-983E-164C2C622134}"/>
                  </a:ext>
                </a:extLst>
              </p:cNvPr>
              <p:cNvSpPr/>
              <p:nvPr/>
            </p:nvSpPr>
            <p:spPr>
              <a:xfrm>
                <a:off x="218541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8AD99DA7-34FB-4FA8-91A4-6D10CC8DF6CE}"/>
                  </a:ext>
                </a:extLst>
              </p:cNvPr>
              <p:cNvSpPr/>
              <p:nvPr/>
            </p:nvSpPr>
            <p:spPr>
              <a:xfrm>
                <a:off x="316382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EDA395D3-F1ED-4624-A691-D2118353891E}"/>
                  </a:ext>
                </a:extLst>
              </p:cNvPr>
              <p:cNvSpPr/>
              <p:nvPr/>
            </p:nvSpPr>
            <p:spPr>
              <a:xfrm>
                <a:off x="4142232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46B957D9-8D46-49D7-A245-830A0A9CE4DF}"/>
                  </a:ext>
                </a:extLst>
              </p:cNvPr>
              <p:cNvSpPr/>
              <p:nvPr/>
            </p:nvSpPr>
            <p:spPr>
              <a:xfrm>
                <a:off x="512064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8400D102-340C-4DE4-8EDA-962B35C178C9}"/>
                  </a:ext>
                </a:extLst>
              </p:cNvPr>
              <p:cNvSpPr/>
              <p:nvPr/>
            </p:nvSpPr>
            <p:spPr>
              <a:xfrm>
                <a:off x="609904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6A3F4E2C-BD39-4F58-AA1B-4271DDED4218}"/>
                  </a:ext>
                </a:extLst>
              </p:cNvPr>
              <p:cNvSpPr/>
              <p:nvPr/>
            </p:nvSpPr>
            <p:spPr>
              <a:xfrm>
                <a:off x="707745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AA576D9-04DA-40F8-B3D8-7C8C60D58D6A}"/>
                  </a:ext>
                </a:extLst>
              </p:cNvPr>
              <p:cNvSpPr/>
              <p:nvPr/>
            </p:nvSpPr>
            <p:spPr>
              <a:xfrm>
                <a:off x="805586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FF9352CC-ACC3-4DBC-B424-EF18D41F816E}"/>
                </a:ext>
              </a:extLst>
            </p:cNvPr>
            <p:cNvGrpSpPr/>
            <p:nvPr/>
          </p:nvGrpSpPr>
          <p:grpSpPr>
            <a:xfrm>
              <a:off x="228600" y="4234249"/>
              <a:ext cx="8686800" cy="685800"/>
              <a:chOff x="228600" y="4234249"/>
              <a:chExt cx="8686800" cy="685800"/>
            </a:xfrm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7C8EC19-10AF-459A-AB56-3A6E1E69809D}"/>
                  </a:ext>
                </a:extLst>
              </p:cNvPr>
              <p:cNvSpPr/>
              <p:nvPr/>
            </p:nvSpPr>
            <p:spPr>
              <a:xfrm>
                <a:off x="22860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E74B02D3-7FDB-4C50-88F1-1551A1067FBB}"/>
                  </a:ext>
                </a:extLst>
              </p:cNvPr>
              <p:cNvSpPr/>
              <p:nvPr/>
            </p:nvSpPr>
            <p:spPr>
              <a:xfrm>
                <a:off x="120700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6B607FC-4D0B-4555-ACAF-9324217154AD}"/>
                  </a:ext>
                </a:extLst>
              </p:cNvPr>
              <p:cNvSpPr/>
              <p:nvPr/>
            </p:nvSpPr>
            <p:spPr>
              <a:xfrm>
                <a:off x="218541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7B703A7D-408C-4B56-B936-FFC51DF8B9A1}"/>
                  </a:ext>
                </a:extLst>
              </p:cNvPr>
              <p:cNvSpPr/>
              <p:nvPr/>
            </p:nvSpPr>
            <p:spPr>
              <a:xfrm>
                <a:off x="316382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497F96E-5F92-47AB-9483-460866775EA1}"/>
                  </a:ext>
                </a:extLst>
              </p:cNvPr>
              <p:cNvSpPr/>
              <p:nvPr/>
            </p:nvSpPr>
            <p:spPr>
              <a:xfrm>
                <a:off x="4142232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3DC63B00-232F-4B1F-918C-47E3679D52B3}"/>
                  </a:ext>
                </a:extLst>
              </p:cNvPr>
              <p:cNvSpPr/>
              <p:nvPr/>
            </p:nvSpPr>
            <p:spPr>
              <a:xfrm>
                <a:off x="512064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AF97E7D-BD2B-45DA-9B63-0238A7D1F16D}"/>
                  </a:ext>
                </a:extLst>
              </p:cNvPr>
              <p:cNvSpPr/>
              <p:nvPr/>
            </p:nvSpPr>
            <p:spPr>
              <a:xfrm>
                <a:off x="609904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1C82D657-E08D-43DB-8FFF-6993AE9D7B14}"/>
                  </a:ext>
                </a:extLst>
              </p:cNvPr>
              <p:cNvSpPr/>
              <p:nvPr/>
            </p:nvSpPr>
            <p:spPr>
              <a:xfrm>
                <a:off x="707745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5C27D503-115D-47B1-82E6-E6B3C03FEB8E}"/>
                  </a:ext>
                </a:extLst>
              </p:cNvPr>
              <p:cNvSpPr/>
              <p:nvPr/>
            </p:nvSpPr>
            <p:spPr>
              <a:xfrm>
                <a:off x="805586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099" y="757350"/>
            <a:ext cx="7772101" cy="3416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Primary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07924"/>
            <a:ext cx="7772400" cy="34829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68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23" r:id="rId1"/>
    <p:sldLayoutId id="2147486135" r:id="rId2"/>
    <p:sldLayoutId id="2147486141" r:id="rId3"/>
    <p:sldLayoutId id="2147486147" r:id="rId4"/>
    <p:sldLayoutId id="2147486151" r:id="rId5"/>
    <p:sldLayoutId id="2147486157" r:id="rId6"/>
    <p:sldLayoutId id="2147486160" r:id="rId7"/>
    <p:sldLayoutId id="2147486162" r:id="rId8"/>
    <p:sldLayoutId id="2147486163" r:id="rId9"/>
    <p:sldLayoutId id="2147486165" r:id="rId10"/>
    <p:sldLayoutId id="2147486161" r:id="rId11"/>
    <p:sldLayoutId id="2147486176" r:id="rId12"/>
    <p:sldLayoutId id="2147486202" r:id="rId13"/>
    <p:sldLayoutId id="2147486208" r:id="rId14"/>
    <p:sldLayoutId id="2147486209" r:id="rId15"/>
    <p:sldLayoutId id="2147486210" r:id="rId16"/>
    <p:sldLayoutId id="2147486211" r:id="rId17"/>
    <p:sldLayoutId id="2147486212" r:id="rId18"/>
    <p:sldLayoutId id="2147486214" r:id="rId19"/>
    <p:sldLayoutId id="2147486215" r:id="rId20"/>
    <p:sldLayoutId id="2147486217" r:id="rId21"/>
    <p:sldLayoutId id="2147486267" r:id="rId2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lang="en-US" sz="2400" b="0" i="0" kern="1200" cap="none" spc="0" baseline="0" dirty="0">
          <a:solidFill>
            <a:schemeClr val="accent1"/>
          </a:solidFill>
          <a:latin typeface="Nunito Sans Light" pitchFamily="2" charset="77"/>
          <a:ea typeface="+mn-ea"/>
          <a:cs typeface="+mn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110000"/>
        <a:buFontTx/>
        <a:buNone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1pPr>
      <a:lvl2pPr marL="13716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9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2pPr>
      <a:lvl3pPr marL="27432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8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3pPr>
      <a:lvl4pPr marL="41148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4pPr>
      <a:lvl5pPr marL="54864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5616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132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orient="horz" pos="3060">
          <p15:clr>
            <a:srgbClr val="F26B43"/>
          </p15:clr>
        </p15:guide>
        <p15:guide id="7" pos="288">
          <p15:clr>
            <a:srgbClr val="F26B43"/>
          </p15:clr>
        </p15:guide>
        <p15:guide id="8" pos="2880">
          <p15:clr>
            <a:srgbClr val="F26B43"/>
          </p15:clr>
        </p15:guide>
        <p15:guide id="9" pos="432">
          <p15:clr>
            <a:srgbClr val="F26B43"/>
          </p15:clr>
        </p15:guide>
        <p15:guide id="10" pos="5328">
          <p15:clr>
            <a:srgbClr val="F26B43"/>
          </p15:clr>
        </p15:guide>
        <p15:guide id="11" pos="696">
          <p15:clr>
            <a:srgbClr val="F26B43"/>
          </p15:clr>
        </p15:guide>
        <p15:guide id="12" pos="5064">
          <p15:clr>
            <a:srgbClr val="F26B43"/>
          </p15:clr>
        </p15:guide>
        <p15:guide id="13" orient="horz" pos="1620">
          <p15:clr>
            <a:srgbClr val="F26B43"/>
          </p15:clr>
        </p15:guide>
        <p15:guide id="14" orient="horz" pos="4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ID original" hidden="1">
            <a:extLst>
              <a:ext uri="{FF2B5EF4-FFF2-40B4-BE49-F238E27FC236}">
                <a16:creationId xmlns:a16="http://schemas.microsoft.com/office/drawing/2014/main" id="{E6326205-8DA6-4592-A731-E8B3B7C27B5A}"/>
              </a:ext>
            </a:extLst>
          </p:cNvPr>
          <p:cNvGrpSpPr/>
          <p:nvPr userDrawn="1"/>
        </p:nvGrpSpPr>
        <p:grpSpPr>
          <a:xfrm>
            <a:off x="225359" y="228600"/>
            <a:ext cx="8693711" cy="4462272"/>
            <a:chOff x="225359" y="228600"/>
            <a:chExt cx="8693711" cy="446227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E3B657D-FDC1-4A7A-A4F5-F4EFF01F65AD}"/>
                </a:ext>
              </a:extLst>
            </p:cNvPr>
            <p:cNvGrpSpPr/>
            <p:nvPr/>
          </p:nvGrpSpPr>
          <p:grpSpPr>
            <a:xfrm>
              <a:off x="225359" y="228600"/>
              <a:ext cx="8693711" cy="4462268"/>
              <a:chOff x="225359" y="228600"/>
              <a:chExt cx="8693711" cy="4462268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4B538BB-43C2-43E5-AD40-77803B906302}"/>
                  </a:ext>
                </a:extLst>
              </p:cNvPr>
              <p:cNvGrpSpPr/>
              <p:nvPr/>
            </p:nvGrpSpPr>
            <p:grpSpPr>
              <a:xfrm>
                <a:off x="225359" y="228600"/>
                <a:ext cx="8693711" cy="685800"/>
                <a:chOff x="225359" y="228600"/>
                <a:chExt cx="8693711" cy="685800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456A8F8-EAC4-4C0C-89D1-84065B19A031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CD89335-C942-45C8-BC35-1897EFE5E991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326B375F-B05A-4D18-B7D6-0F80D2865869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9CFABF65-52B1-4AEC-969A-B8193AE339CC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72493D5A-E288-4D94-8DA6-7E2646F45AE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4D366758-0424-4071-8218-CBDBD7FCCF0B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CDA293F-618A-4161-84E9-BA68727B89AF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C6E10710-10C0-4D35-BE56-7ABDAE37D8A1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9F6B555B-CDCC-4738-A7E7-8A8D7FB64992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80F8129-6FE1-4BA2-A691-913A08F2DE7D}"/>
                  </a:ext>
                </a:extLst>
              </p:cNvPr>
              <p:cNvGrpSpPr/>
              <p:nvPr/>
            </p:nvGrpSpPr>
            <p:grpSpPr>
              <a:xfrm>
                <a:off x="225359" y="983894"/>
                <a:ext cx="8693711" cy="685800"/>
                <a:chOff x="225359" y="228600"/>
                <a:chExt cx="8693711" cy="68580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968C328-CAD6-428D-8C6A-65DBF539C54C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6CDBC07E-9FCE-40BC-9506-FB87330A0A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193ED9C3-D106-41BA-BF42-4CCD613A1514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AE1C1F75-D316-4921-B712-9972850261C6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B5EC490-3C1B-488B-A8E2-8CE58670C3D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EED9E51-7B6D-436A-9E68-75B4DF397A91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5954C16-7D03-424F-BAB4-D5AE82831DE7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564EE705-CB77-4674-81F9-740935467E92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A83405F-821F-4031-8CD9-F7056B26B9F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11CDAF2-B65D-49EF-BF87-CAB72698AE91}"/>
                  </a:ext>
                </a:extLst>
              </p:cNvPr>
              <p:cNvGrpSpPr/>
              <p:nvPr/>
            </p:nvGrpSpPr>
            <p:grpSpPr>
              <a:xfrm>
                <a:off x="225359" y="1739188"/>
                <a:ext cx="8693711" cy="685800"/>
                <a:chOff x="225359" y="228600"/>
                <a:chExt cx="8693711" cy="68580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99FFD98-6406-4C96-9851-AA83609CA9A6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853A9553-EE06-41F5-BC08-40F5B48E46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AD88F14F-ECD3-4F77-B22F-C31E9890958F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BF9BDF7B-63AC-4272-AB46-48E9D212B394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FC9F457-2359-4BD5-A218-179CCBF84997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5C2611F3-3064-415E-AD1A-864DD5B41599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8E33E86-A397-424E-9299-829C42AB74CB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8E6C754-E4CD-4F71-BF54-CD4ADC21154A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43A0EA8-D40A-4B37-9CBB-EF2550215A2E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BDF705B-9DFA-4676-8DC8-A0C18A8CB543}"/>
                  </a:ext>
                </a:extLst>
              </p:cNvPr>
              <p:cNvGrpSpPr/>
              <p:nvPr/>
            </p:nvGrpSpPr>
            <p:grpSpPr>
              <a:xfrm>
                <a:off x="225359" y="2494482"/>
                <a:ext cx="8693711" cy="685800"/>
                <a:chOff x="225359" y="228600"/>
                <a:chExt cx="8693711" cy="685800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C0E935EC-2D41-4AFB-B6CF-FA8DF85ABE62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F3CE6B9-054A-419D-B70F-0EE021D13610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3DD40652-027B-4D72-834F-EB2232FD17EC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3649B142-507D-4F83-9CCF-971E99599D18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96CFA20-DDB5-4B22-96FC-E729455FEDFC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492BBC3-BE11-4642-91E4-06764C4B5F26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19A1E721-6D3D-4394-BB1F-7046C58A9B64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61669DE-598D-48B4-B664-7A849C2C24DE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F2DAF89-D5D2-43A0-AAE8-E6FFAF00703F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DFAD4A5-34A0-40C6-A3B9-B97ACDD61FC5}"/>
                  </a:ext>
                </a:extLst>
              </p:cNvPr>
              <p:cNvGrpSpPr/>
              <p:nvPr/>
            </p:nvGrpSpPr>
            <p:grpSpPr>
              <a:xfrm>
                <a:off x="225359" y="3249776"/>
                <a:ext cx="8693711" cy="685800"/>
                <a:chOff x="225359" y="228600"/>
                <a:chExt cx="8693711" cy="68580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299D385-5989-4B79-9CAC-BB80EC13F835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30341A5-09BE-4491-B14C-0719B85E682E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F72EE8E6-DBF3-4C60-A7A4-0AC0B84D3CB2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C1B8FFDC-B756-4AEC-A87B-E4A44FF9BEBF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1D5B3732-1C16-49BF-A636-43ED57363A8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81D81E4-5686-4220-B62B-EA8A6412FEBA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723C1703-982A-4991-818C-02F69B8484FA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999B0A6-1C44-40BE-9EDE-F94781BB92BB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9FE78C4-C2B1-4C6E-AAFE-4CD64B80302A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9CF8640-11D9-4E55-B0C3-559A24FAE717}"/>
                  </a:ext>
                </a:extLst>
              </p:cNvPr>
              <p:cNvGrpSpPr/>
              <p:nvPr/>
            </p:nvGrpSpPr>
            <p:grpSpPr>
              <a:xfrm>
                <a:off x="225359" y="4005068"/>
                <a:ext cx="8693711" cy="685800"/>
                <a:chOff x="225359" y="228600"/>
                <a:chExt cx="8693711" cy="6858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98DAA12-9CEE-4004-A5E4-6B4368A18AD3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01E8AE5-1797-415E-A439-FAC12A0C8305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2A9CCF4-3D86-4031-8742-BC4E3EE7CE77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5FBF602-0BFC-4CE3-B5D9-AF403C72C2AE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D73B21D-E160-4E17-B735-1D8A5ED64375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DD60BDD-6A49-4EB1-815E-7B4994B89FF8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08228E92-73D2-4566-8808-E13FBE74C70D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70A54A-88BC-40F2-B6DE-7A2CD75AEED7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79E7D8B-6CC8-425C-ABD1-6B49DFD2454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6D75E64-BC64-4259-A6E1-66A3C52BE6C3}"/>
                </a:ext>
              </a:extLst>
            </p:cNvPr>
            <p:cNvSpPr/>
            <p:nvPr/>
          </p:nvSpPr>
          <p:spPr>
            <a:xfrm>
              <a:off x="4457700" y="228600"/>
              <a:ext cx="228600" cy="4462272"/>
            </a:xfrm>
            <a:prstGeom prst="rect">
              <a:avLst/>
            </a:prstGeom>
            <a:solidFill>
              <a:srgbClr val="EAEAEA">
                <a:alpha val="4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1" name="GRID NEW" hidden="1">
            <a:extLst>
              <a:ext uri="{FF2B5EF4-FFF2-40B4-BE49-F238E27FC236}">
                <a16:creationId xmlns:a16="http://schemas.microsoft.com/office/drawing/2014/main" id="{6F88E482-0353-4362-8015-B7FB3ABBA721}"/>
              </a:ext>
            </a:extLst>
          </p:cNvPr>
          <p:cNvGrpSpPr/>
          <p:nvPr userDrawn="1"/>
        </p:nvGrpSpPr>
        <p:grpSpPr>
          <a:xfrm>
            <a:off x="228600" y="228600"/>
            <a:ext cx="8686800" cy="4691449"/>
            <a:chOff x="228600" y="228600"/>
            <a:chExt cx="8686800" cy="4691449"/>
          </a:xfrm>
        </p:grpSpPr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803175F-3635-4CA4-A2CD-424BA13DCAC5}"/>
                </a:ext>
              </a:extLst>
            </p:cNvPr>
            <p:cNvGrpSpPr/>
            <p:nvPr/>
          </p:nvGrpSpPr>
          <p:grpSpPr>
            <a:xfrm>
              <a:off x="228600" y="228600"/>
              <a:ext cx="8686800" cy="685800"/>
              <a:chOff x="228600" y="228600"/>
              <a:chExt cx="8686800" cy="685800"/>
            </a:xfrm>
          </p:grpSpPr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9CC64B6-C62E-4774-B8D6-4DEBE2571392}"/>
                  </a:ext>
                </a:extLst>
              </p:cNvPr>
              <p:cNvSpPr/>
              <p:nvPr/>
            </p:nvSpPr>
            <p:spPr>
              <a:xfrm>
                <a:off x="22860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767DFE6-67A4-4209-9B61-520C6E2DC235}"/>
                  </a:ext>
                </a:extLst>
              </p:cNvPr>
              <p:cNvSpPr/>
              <p:nvPr/>
            </p:nvSpPr>
            <p:spPr>
              <a:xfrm>
                <a:off x="120700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5ACDE100-5121-4E79-9E71-22B12062BFCF}"/>
                  </a:ext>
                </a:extLst>
              </p:cNvPr>
              <p:cNvSpPr/>
              <p:nvPr/>
            </p:nvSpPr>
            <p:spPr>
              <a:xfrm>
                <a:off x="218541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E22AE4D6-29CA-48B6-BE2D-FA72DF1FEB99}"/>
                  </a:ext>
                </a:extLst>
              </p:cNvPr>
              <p:cNvSpPr/>
              <p:nvPr/>
            </p:nvSpPr>
            <p:spPr>
              <a:xfrm>
                <a:off x="316382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9AE11280-4AFF-4279-BF20-BC3A2167644F}"/>
                  </a:ext>
                </a:extLst>
              </p:cNvPr>
              <p:cNvSpPr/>
              <p:nvPr/>
            </p:nvSpPr>
            <p:spPr>
              <a:xfrm>
                <a:off x="4142232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6C5F3BAD-60EA-4528-ABB8-B2E68E2F83A3}"/>
                  </a:ext>
                </a:extLst>
              </p:cNvPr>
              <p:cNvSpPr/>
              <p:nvPr/>
            </p:nvSpPr>
            <p:spPr>
              <a:xfrm>
                <a:off x="512064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F344166A-6A15-4050-99B2-615D1CF7D905}"/>
                  </a:ext>
                </a:extLst>
              </p:cNvPr>
              <p:cNvSpPr/>
              <p:nvPr/>
            </p:nvSpPr>
            <p:spPr>
              <a:xfrm>
                <a:off x="609904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0EABADF-BFE3-4B97-876C-BEC729B462DD}"/>
                  </a:ext>
                </a:extLst>
              </p:cNvPr>
              <p:cNvSpPr/>
              <p:nvPr/>
            </p:nvSpPr>
            <p:spPr>
              <a:xfrm>
                <a:off x="707745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99A009C9-B58F-47BA-81E7-ED606FB64195}"/>
                  </a:ext>
                </a:extLst>
              </p:cNvPr>
              <p:cNvSpPr/>
              <p:nvPr/>
            </p:nvSpPr>
            <p:spPr>
              <a:xfrm>
                <a:off x="805586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DEC027EC-6877-4707-9504-EE518FBA1CFC}"/>
                </a:ext>
              </a:extLst>
            </p:cNvPr>
            <p:cNvGrpSpPr/>
            <p:nvPr/>
          </p:nvGrpSpPr>
          <p:grpSpPr>
            <a:xfrm>
              <a:off x="228600" y="1029730"/>
              <a:ext cx="8686800" cy="685800"/>
              <a:chOff x="228600" y="1029730"/>
              <a:chExt cx="8686800" cy="685800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560F831D-24A5-43DA-9360-572196F05C25}"/>
                  </a:ext>
                </a:extLst>
              </p:cNvPr>
              <p:cNvSpPr/>
              <p:nvPr/>
            </p:nvSpPr>
            <p:spPr>
              <a:xfrm>
                <a:off x="22860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0B42CD34-B5FF-441E-A0E4-48E5236819BB}"/>
                  </a:ext>
                </a:extLst>
              </p:cNvPr>
              <p:cNvSpPr/>
              <p:nvPr/>
            </p:nvSpPr>
            <p:spPr>
              <a:xfrm>
                <a:off x="120700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D9175BB7-A433-40FA-945C-DFFC76FBDABF}"/>
                  </a:ext>
                </a:extLst>
              </p:cNvPr>
              <p:cNvSpPr/>
              <p:nvPr/>
            </p:nvSpPr>
            <p:spPr>
              <a:xfrm>
                <a:off x="218541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BD5DA6D7-DECA-4863-A7B4-945790CF635C}"/>
                  </a:ext>
                </a:extLst>
              </p:cNvPr>
              <p:cNvSpPr/>
              <p:nvPr/>
            </p:nvSpPr>
            <p:spPr>
              <a:xfrm>
                <a:off x="316382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7AE92ECE-7681-40AB-B4C9-63ACEF43EF20}"/>
                  </a:ext>
                </a:extLst>
              </p:cNvPr>
              <p:cNvSpPr/>
              <p:nvPr/>
            </p:nvSpPr>
            <p:spPr>
              <a:xfrm>
                <a:off x="4142232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B10FFB8E-2F04-4C3C-84DB-70DFBCEA5FCD}"/>
                  </a:ext>
                </a:extLst>
              </p:cNvPr>
              <p:cNvSpPr/>
              <p:nvPr/>
            </p:nvSpPr>
            <p:spPr>
              <a:xfrm>
                <a:off x="512064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210AFA2-59EE-43BB-A868-73BA1BDC6AAF}"/>
                  </a:ext>
                </a:extLst>
              </p:cNvPr>
              <p:cNvSpPr/>
              <p:nvPr/>
            </p:nvSpPr>
            <p:spPr>
              <a:xfrm>
                <a:off x="609904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1C8668ED-B2C4-4579-B877-52D0D409A659}"/>
                  </a:ext>
                </a:extLst>
              </p:cNvPr>
              <p:cNvSpPr/>
              <p:nvPr/>
            </p:nvSpPr>
            <p:spPr>
              <a:xfrm>
                <a:off x="707745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C7804B7A-40E2-42F5-A6CC-C372621FA255}"/>
                  </a:ext>
                </a:extLst>
              </p:cNvPr>
              <p:cNvSpPr/>
              <p:nvPr/>
            </p:nvSpPr>
            <p:spPr>
              <a:xfrm>
                <a:off x="805586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2451989C-79DE-4339-A098-9FC541DA64C0}"/>
                </a:ext>
              </a:extLst>
            </p:cNvPr>
            <p:cNvGrpSpPr/>
            <p:nvPr/>
          </p:nvGrpSpPr>
          <p:grpSpPr>
            <a:xfrm>
              <a:off x="228600" y="1830860"/>
              <a:ext cx="8686800" cy="685800"/>
              <a:chOff x="228600" y="1830860"/>
              <a:chExt cx="8686800" cy="685800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A128851-2DCC-473D-BF71-8B1787554F61}"/>
                  </a:ext>
                </a:extLst>
              </p:cNvPr>
              <p:cNvSpPr/>
              <p:nvPr/>
            </p:nvSpPr>
            <p:spPr>
              <a:xfrm>
                <a:off x="22860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5AB870C4-53A3-4637-B63E-0CBB7B614461}"/>
                  </a:ext>
                </a:extLst>
              </p:cNvPr>
              <p:cNvSpPr/>
              <p:nvPr/>
            </p:nvSpPr>
            <p:spPr>
              <a:xfrm>
                <a:off x="120700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55311BC-6601-435E-8051-AB158F8D61A7}"/>
                  </a:ext>
                </a:extLst>
              </p:cNvPr>
              <p:cNvSpPr/>
              <p:nvPr/>
            </p:nvSpPr>
            <p:spPr>
              <a:xfrm>
                <a:off x="218541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C2A9E32-11E4-4420-A0D0-B2112A22A233}"/>
                  </a:ext>
                </a:extLst>
              </p:cNvPr>
              <p:cNvSpPr/>
              <p:nvPr/>
            </p:nvSpPr>
            <p:spPr>
              <a:xfrm>
                <a:off x="316382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1B9DF8C-ECA8-4612-933E-9363FD7A6442}"/>
                  </a:ext>
                </a:extLst>
              </p:cNvPr>
              <p:cNvSpPr/>
              <p:nvPr/>
            </p:nvSpPr>
            <p:spPr>
              <a:xfrm>
                <a:off x="4142232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B05BE76A-4147-456A-9702-C1DBCDDD3420}"/>
                  </a:ext>
                </a:extLst>
              </p:cNvPr>
              <p:cNvSpPr/>
              <p:nvPr/>
            </p:nvSpPr>
            <p:spPr>
              <a:xfrm>
                <a:off x="512064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8F9180C5-ED41-454B-8D27-25B64E3804D6}"/>
                  </a:ext>
                </a:extLst>
              </p:cNvPr>
              <p:cNvSpPr/>
              <p:nvPr/>
            </p:nvSpPr>
            <p:spPr>
              <a:xfrm>
                <a:off x="609904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6CF0CCD6-170D-4AB3-B46C-217F61DAD076}"/>
                  </a:ext>
                </a:extLst>
              </p:cNvPr>
              <p:cNvSpPr/>
              <p:nvPr/>
            </p:nvSpPr>
            <p:spPr>
              <a:xfrm>
                <a:off x="707745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7F8C4DCC-9F63-4F8E-A3C9-10A40FD47EB7}"/>
                  </a:ext>
                </a:extLst>
              </p:cNvPr>
              <p:cNvSpPr/>
              <p:nvPr/>
            </p:nvSpPr>
            <p:spPr>
              <a:xfrm>
                <a:off x="805586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FE39BC08-85E9-4155-8A92-651EACB26379}"/>
                </a:ext>
              </a:extLst>
            </p:cNvPr>
            <p:cNvGrpSpPr/>
            <p:nvPr/>
          </p:nvGrpSpPr>
          <p:grpSpPr>
            <a:xfrm>
              <a:off x="228600" y="2631990"/>
              <a:ext cx="8686800" cy="685800"/>
              <a:chOff x="228600" y="2631990"/>
              <a:chExt cx="8686800" cy="68580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74604221-7C3B-4756-99E5-3FAA24862AE1}"/>
                  </a:ext>
                </a:extLst>
              </p:cNvPr>
              <p:cNvSpPr/>
              <p:nvPr/>
            </p:nvSpPr>
            <p:spPr>
              <a:xfrm>
                <a:off x="22860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4C9AE1D-6623-4664-9CDF-6B1820E665B1}"/>
                  </a:ext>
                </a:extLst>
              </p:cNvPr>
              <p:cNvSpPr/>
              <p:nvPr/>
            </p:nvSpPr>
            <p:spPr>
              <a:xfrm>
                <a:off x="120700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F6660C4-3AFA-43E6-BE4D-6EB9E3C63660}"/>
                  </a:ext>
                </a:extLst>
              </p:cNvPr>
              <p:cNvSpPr/>
              <p:nvPr/>
            </p:nvSpPr>
            <p:spPr>
              <a:xfrm>
                <a:off x="218541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A41ED6BF-59C3-4B91-9D13-CA2E6B17B97E}"/>
                  </a:ext>
                </a:extLst>
              </p:cNvPr>
              <p:cNvSpPr/>
              <p:nvPr/>
            </p:nvSpPr>
            <p:spPr>
              <a:xfrm>
                <a:off x="316382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90C1A5FE-88E5-47A5-A082-67EDDA505AED}"/>
                  </a:ext>
                </a:extLst>
              </p:cNvPr>
              <p:cNvSpPr/>
              <p:nvPr/>
            </p:nvSpPr>
            <p:spPr>
              <a:xfrm>
                <a:off x="4142232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D2C61AE1-A476-4365-89B1-56D890638867}"/>
                  </a:ext>
                </a:extLst>
              </p:cNvPr>
              <p:cNvSpPr/>
              <p:nvPr/>
            </p:nvSpPr>
            <p:spPr>
              <a:xfrm>
                <a:off x="512064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CF435DE2-F52C-49BE-AF97-4A13E602988A}"/>
                  </a:ext>
                </a:extLst>
              </p:cNvPr>
              <p:cNvSpPr/>
              <p:nvPr/>
            </p:nvSpPr>
            <p:spPr>
              <a:xfrm>
                <a:off x="609904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3B699FD3-3E2A-448D-AECD-43BFE2AC992E}"/>
                  </a:ext>
                </a:extLst>
              </p:cNvPr>
              <p:cNvSpPr/>
              <p:nvPr/>
            </p:nvSpPr>
            <p:spPr>
              <a:xfrm>
                <a:off x="707745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9547FD58-AD3E-40A1-9FE1-0BCF5B8B6308}"/>
                  </a:ext>
                </a:extLst>
              </p:cNvPr>
              <p:cNvSpPr/>
              <p:nvPr/>
            </p:nvSpPr>
            <p:spPr>
              <a:xfrm>
                <a:off x="805586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515F20D9-3677-456C-A2D2-695AF9448BED}"/>
                </a:ext>
              </a:extLst>
            </p:cNvPr>
            <p:cNvGrpSpPr/>
            <p:nvPr/>
          </p:nvGrpSpPr>
          <p:grpSpPr>
            <a:xfrm>
              <a:off x="228600" y="3433120"/>
              <a:ext cx="8686800" cy="685800"/>
              <a:chOff x="228600" y="3433120"/>
              <a:chExt cx="8686800" cy="685800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325F5B3B-BD1B-486A-99E3-3625CB3209CA}"/>
                  </a:ext>
                </a:extLst>
              </p:cNvPr>
              <p:cNvSpPr/>
              <p:nvPr/>
            </p:nvSpPr>
            <p:spPr>
              <a:xfrm>
                <a:off x="22860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74C5B3B1-31C9-49E4-87FE-43B95E4CE79B}"/>
                  </a:ext>
                </a:extLst>
              </p:cNvPr>
              <p:cNvSpPr/>
              <p:nvPr/>
            </p:nvSpPr>
            <p:spPr>
              <a:xfrm>
                <a:off x="120700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9DC3B33-C7C8-4062-983E-164C2C622134}"/>
                  </a:ext>
                </a:extLst>
              </p:cNvPr>
              <p:cNvSpPr/>
              <p:nvPr/>
            </p:nvSpPr>
            <p:spPr>
              <a:xfrm>
                <a:off x="218541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8AD99DA7-34FB-4FA8-91A4-6D10CC8DF6CE}"/>
                  </a:ext>
                </a:extLst>
              </p:cNvPr>
              <p:cNvSpPr/>
              <p:nvPr/>
            </p:nvSpPr>
            <p:spPr>
              <a:xfrm>
                <a:off x="316382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EDA395D3-F1ED-4624-A691-D2118353891E}"/>
                  </a:ext>
                </a:extLst>
              </p:cNvPr>
              <p:cNvSpPr/>
              <p:nvPr/>
            </p:nvSpPr>
            <p:spPr>
              <a:xfrm>
                <a:off x="4142232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46B957D9-8D46-49D7-A245-830A0A9CE4DF}"/>
                  </a:ext>
                </a:extLst>
              </p:cNvPr>
              <p:cNvSpPr/>
              <p:nvPr/>
            </p:nvSpPr>
            <p:spPr>
              <a:xfrm>
                <a:off x="512064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8400D102-340C-4DE4-8EDA-962B35C178C9}"/>
                  </a:ext>
                </a:extLst>
              </p:cNvPr>
              <p:cNvSpPr/>
              <p:nvPr/>
            </p:nvSpPr>
            <p:spPr>
              <a:xfrm>
                <a:off x="609904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6A3F4E2C-BD39-4F58-AA1B-4271DDED4218}"/>
                  </a:ext>
                </a:extLst>
              </p:cNvPr>
              <p:cNvSpPr/>
              <p:nvPr/>
            </p:nvSpPr>
            <p:spPr>
              <a:xfrm>
                <a:off x="707745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AA576D9-04DA-40F8-B3D8-7C8C60D58D6A}"/>
                  </a:ext>
                </a:extLst>
              </p:cNvPr>
              <p:cNvSpPr/>
              <p:nvPr/>
            </p:nvSpPr>
            <p:spPr>
              <a:xfrm>
                <a:off x="805586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FF9352CC-ACC3-4DBC-B424-EF18D41F816E}"/>
                </a:ext>
              </a:extLst>
            </p:cNvPr>
            <p:cNvGrpSpPr/>
            <p:nvPr/>
          </p:nvGrpSpPr>
          <p:grpSpPr>
            <a:xfrm>
              <a:off x="228600" y="4234249"/>
              <a:ext cx="8686800" cy="685800"/>
              <a:chOff x="228600" y="4234249"/>
              <a:chExt cx="8686800" cy="685800"/>
            </a:xfrm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7C8EC19-10AF-459A-AB56-3A6E1E69809D}"/>
                  </a:ext>
                </a:extLst>
              </p:cNvPr>
              <p:cNvSpPr/>
              <p:nvPr/>
            </p:nvSpPr>
            <p:spPr>
              <a:xfrm>
                <a:off x="22860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E74B02D3-7FDB-4C50-88F1-1551A1067FBB}"/>
                  </a:ext>
                </a:extLst>
              </p:cNvPr>
              <p:cNvSpPr/>
              <p:nvPr/>
            </p:nvSpPr>
            <p:spPr>
              <a:xfrm>
                <a:off x="120700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6B607FC-4D0B-4555-ACAF-9324217154AD}"/>
                  </a:ext>
                </a:extLst>
              </p:cNvPr>
              <p:cNvSpPr/>
              <p:nvPr/>
            </p:nvSpPr>
            <p:spPr>
              <a:xfrm>
                <a:off x="218541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7B703A7D-408C-4B56-B936-FFC51DF8B9A1}"/>
                  </a:ext>
                </a:extLst>
              </p:cNvPr>
              <p:cNvSpPr/>
              <p:nvPr/>
            </p:nvSpPr>
            <p:spPr>
              <a:xfrm>
                <a:off x="316382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497F96E-5F92-47AB-9483-460866775EA1}"/>
                  </a:ext>
                </a:extLst>
              </p:cNvPr>
              <p:cNvSpPr/>
              <p:nvPr/>
            </p:nvSpPr>
            <p:spPr>
              <a:xfrm>
                <a:off x="4142232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3DC63B00-232F-4B1F-918C-47E3679D52B3}"/>
                  </a:ext>
                </a:extLst>
              </p:cNvPr>
              <p:cNvSpPr/>
              <p:nvPr/>
            </p:nvSpPr>
            <p:spPr>
              <a:xfrm>
                <a:off x="512064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AF97E7D-BD2B-45DA-9B63-0238A7D1F16D}"/>
                  </a:ext>
                </a:extLst>
              </p:cNvPr>
              <p:cNvSpPr/>
              <p:nvPr/>
            </p:nvSpPr>
            <p:spPr>
              <a:xfrm>
                <a:off x="609904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1C82D657-E08D-43DB-8FFF-6993AE9D7B14}"/>
                  </a:ext>
                </a:extLst>
              </p:cNvPr>
              <p:cNvSpPr/>
              <p:nvPr/>
            </p:nvSpPr>
            <p:spPr>
              <a:xfrm>
                <a:off x="707745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5C27D503-115D-47B1-82E6-E6B3C03FEB8E}"/>
                  </a:ext>
                </a:extLst>
              </p:cNvPr>
              <p:cNvSpPr/>
              <p:nvPr/>
            </p:nvSpPr>
            <p:spPr>
              <a:xfrm>
                <a:off x="805586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099" y="757350"/>
            <a:ext cx="7772101" cy="3416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Primary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07924"/>
            <a:ext cx="7772400" cy="34829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280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8" r:id="rId1"/>
    <p:sldLayoutId id="2147485804" r:id="rId2"/>
    <p:sldLayoutId id="2147485936" r:id="rId3"/>
    <p:sldLayoutId id="2147485602" r:id="rId4"/>
    <p:sldLayoutId id="2147486112" r:id="rId5"/>
    <p:sldLayoutId id="2147484208" r:id="rId6"/>
    <p:sldLayoutId id="2147484212" r:id="rId7"/>
    <p:sldLayoutId id="2147485948" r:id="rId8"/>
    <p:sldLayoutId id="2147485806" r:id="rId9"/>
    <p:sldLayoutId id="2147485863" r:id="rId10"/>
    <p:sldLayoutId id="2147486114" r:id="rId11"/>
    <p:sldLayoutId id="2147486113" r:id="rId12"/>
    <p:sldLayoutId id="2147486106" r:id="rId13"/>
    <p:sldLayoutId id="2147485920" r:id="rId14"/>
    <p:sldLayoutId id="2147485586" r:id="rId15"/>
    <p:sldLayoutId id="2147485905" r:id="rId16"/>
    <p:sldLayoutId id="2147485955" r:id="rId17"/>
    <p:sldLayoutId id="2147486074" r:id="rId18"/>
    <p:sldLayoutId id="2147486266" r:id="rId1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lang="en-US" sz="2400" b="0" i="0" kern="1200" cap="none" spc="0" baseline="0" dirty="0">
          <a:solidFill>
            <a:schemeClr val="tx1"/>
          </a:solidFill>
          <a:latin typeface="Nunito Sans Light" pitchFamily="2" charset="77"/>
          <a:ea typeface="+mn-ea"/>
          <a:cs typeface="+mn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110000"/>
        <a:buFontTx/>
        <a:buNone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1pPr>
      <a:lvl2pPr marL="13716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9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2pPr>
      <a:lvl3pPr marL="27432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8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3pPr>
      <a:lvl4pPr marL="41148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4pPr>
      <a:lvl5pPr marL="54864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5616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132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orient="horz" pos="3060">
          <p15:clr>
            <a:srgbClr val="F26B43"/>
          </p15:clr>
        </p15:guide>
        <p15:guide id="7" pos="288">
          <p15:clr>
            <a:srgbClr val="F26B43"/>
          </p15:clr>
        </p15:guide>
        <p15:guide id="8" pos="2880">
          <p15:clr>
            <a:srgbClr val="F26B43"/>
          </p15:clr>
        </p15:guide>
        <p15:guide id="9" pos="432">
          <p15:clr>
            <a:srgbClr val="F26B43"/>
          </p15:clr>
        </p15:guide>
        <p15:guide id="10" pos="5328">
          <p15:clr>
            <a:srgbClr val="F26B43"/>
          </p15:clr>
        </p15:guide>
        <p15:guide id="11" pos="696">
          <p15:clr>
            <a:srgbClr val="F26B43"/>
          </p15:clr>
        </p15:guide>
        <p15:guide id="12" pos="5064">
          <p15:clr>
            <a:srgbClr val="F26B43"/>
          </p15:clr>
        </p15:guide>
        <p15:guide id="13" orient="horz" pos="1620">
          <p15:clr>
            <a:srgbClr val="F26B43"/>
          </p15:clr>
        </p15:guide>
        <p15:guide id="14" orient="horz" pos="4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ID original" hidden="1">
            <a:extLst>
              <a:ext uri="{FF2B5EF4-FFF2-40B4-BE49-F238E27FC236}">
                <a16:creationId xmlns:a16="http://schemas.microsoft.com/office/drawing/2014/main" id="{E6326205-8DA6-4592-A731-E8B3B7C27B5A}"/>
              </a:ext>
            </a:extLst>
          </p:cNvPr>
          <p:cNvGrpSpPr/>
          <p:nvPr userDrawn="1"/>
        </p:nvGrpSpPr>
        <p:grpSpPr>
          <a:xfrm>
            <a:off x="225359" y="228600"/>
            <a:ext cx="8693711" cy="4462272"/>
            <a:chOff x="225359" y="228600"/>
            <a:chExt cx="8693711" cy="446227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E3B657D-FDC1-4A7A-A4F5-F4EFF01F65AD}"/>
                </a:ext>
              </a:extLst>
            </p:cNvPr>
            <p:cNvGrpSpPr/>
            <p:nvPr/>
          </p:nvGrpSpPr>
          <p:grpSpPr>
            <a:xfrm>
              <a:off x="225359" y="228600"/>
              <a:ext cx="8693711" cy="4462268"/>
              <a:chOff x="225359" y="228600"/>
              <a:chExt cx="8693711" cy="4462268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4B538BB-43C2-43E5-AD40-77803B906302}"/>
                  </a:ext>
                </a:extLst>
              </p:cNvPr>
              <p:cNvGrpSpPr/>
              <p:nvPr/>
            </p:nvGrpSpPr>
            <p:grpSpPr>
              <a:xfrm>
                <a:off x="225359" y="228600"/>
                <a:ext cx="8693711" cy="685800"/>
                <a:chOff x="225359" y="228600"/>
                <a:chExt cx="8693711" cy="685800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456A8F8-EAC4-4C0C-89D1-84065B19A031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CD89335-C942-45C8-BC35-1897EFE5E991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326B375F-B05A-4D18-B7D6-0F80D2865869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9CFABF65-52B1-4AEC-969A-B8193AE339CC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72493D5A-E288-4D94-8DA6-7E2646F45AE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4D366758-0424-4071-8218-CBDBD7FCCF0B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CDA293F-618A-4161-84E9-BA68727B89AF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C6E10710-10C0-4D35-BE56-7ABDAE37D8A1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9F6B555B-CDCC-4738-A7E7-8A8D7FB64992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80F8129-6FE1-4BA2-A691-913A08F2DE7D}"/>
                  </a:ext>
                </a:extLst>
              </p:cNvPr>
              <p:cNvGrpSpPr/>
              <p:nvPr/>
            </p:nvGrpSpPr>
            <p:grpSpPr>
              <a:xfrm>
                <a:off x="225359" y="983894"/>
                <a:ext cx="8693711" cy="685800"/>
                <a:chOff x="225359" y="228600"/>
                <a:chExt cx="8693711" cy="68580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968C328-CAD6-428D-8C6A-65DBF539C54C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6CDBC07E-9FCE-40BC-9506-FB87330A0A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193ED9C3-D106-41BA-BF42-4CCD613A1514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AE1C1F75-D316-4921-B712-9972850261C6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B5EC490-3C1B-488B-A8E2-8CE58670C3D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EED9E51-7B6D-436A-9E68-75B4DF397A91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5954C16-7D03-424F-BAB4-D5AE82831DE7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564EE705-CB77-4674-81F9-740935467E92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A83405F-821F-4031-8CD9-F7056B26B9F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11CDAF2-B65D-49EF-BF87-CAB72698AE91}"/>
                  </a:ext>
                </a:extLst>
              </p:cNvPr>
              <p:cNvGrpSpPr/>
              <p:nvPr/>
            </p:nvGrpSpPr>
            <p:grpSpPr>
              <a:xfrm>
                <a:off x="225359" y="1739188"/>
                <a:ext cx="8693711" cy="685800"/>
                <a:chOff x="225359" y="228600"/>
                <a:chExt cx="8693711" cy="68580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99FFD98-6406-4C96-9851-AA83609CA9A6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853A9553-EE06-41F5-BC08-40F5B48E46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AD88F14F-ECD3-4F77-B22F-C31E9890958F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BF9BDF7B-63AC-4272-AB46-48E9D212B394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FC9F457-2359-4BD5-A218-179CCBF84997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5C2611F3-3064-415E-AD1A-864DD5B41599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8E33E86-A397-424E-9299-829C42AB74CB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8E6C754-E4CD-4F71-BF54-CD4ADC21154A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43A0EA8-D40A-4B37-9CBB-EF2550215A2E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BDF705B-9DFA-4676-8DC8-A0C18A8CB543}"/>
                  </a:ext>
                </a:extLst>
              </p:cNvPr>
              <p:cNvGrpSpPr/>
              <p:nvPr/>
            </p:nvGrpSpPr>
            <p:grpSpPr>
              <a:xfrm>
                <a:off x="225359" y="2494482"/>
                <a:ext cx="8693711" cy="685800"/>
                <a:chOff x="225359" y="228600"/>
                <a:chExt cx="8693711" cy="685800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C0E935EC-2D41-4AFB-B6CF-FA8DF85ABE62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F3CE6B9-054A-419D-B70F-0EE021D13610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3DD40652-027B-4D72-834F-EB2232FD17EC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3649B142-507D-4F83-9CCF-971E99599D18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96CFA20-DDB5-4B22-96FC-E729455FEDFC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492BBC3-BE11-4642-91E4-06764C4B5F26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19A1E721-6D3D-4394-BB1F-7046C58A9B64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61669DE-598D-48B4-B664-7A849C2C24DE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F2DAF89-D5D2-43A0-AAE8-E6FFAF00703F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DFAD4A5-34A0-40C6-A3B9-B97ACDD61FC5}"/>
                  </a:ext>
                </a:extLst>
              </p:cNvPr>
              <p:cNvGrpSpPr/>
              <p:nvPr/>
            </p:nvGrpSpPr>
            <p:grpSpPr>
              <a:xfrm>
                <a:off x="225359" y="3249776"/>
                <a:ext cx="8693711" cy="685800"/>
                <a:chOff x="225359" y="228600"/>
                <a:chExt cx="8693711" cy="68580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299D385-5989-4B79-9CAC-BB80EC13F835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30341A5-09BE-4491-B14C-0719B85E682E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F72EE8E6-DBF3-4C60-A7A4-0AC0B84D3CB2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C1B8FFDC-B756-4AEC-A87B-E4A44FF9BEBF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1D5B3732-1C16-49BF-A636-43ED57363A8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81D81E4-5686-4220-B62B-EA8A6412FEBA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723C1703-982A-4991-818C-02F69B8484FA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999B0A6-1C44-40BE-9EDE-F94781BB92BB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9FE78C4-C2B1-4C6E-AAFE-4CD64B80302A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9CF8640-11D9-4E55-B0C3-559A24FAE717}"/>
                  </a:ext>
                </a:extLst>
              </p:cNvPr>
              <p:cNvGrpSpPr/>
              <p:nvPr/>
            </p:nvGrpSpPr>
            <p:grpSpPr>
              <a:xfrm>
                <a:off x="225359" y="4005068"/>
                <a:ext cx="8693711" cy="685800"/>
                <a:chOff x="225359" y="228600"/>
                <a:chExt cx="8693711" cy="6858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98DAA12-9CEE-4004-A5E4-6B4368A18AD3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01E8AE5-1797-415E-A439-FAC12A0C8305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2A9CCF4-3D86-4031-8742-BC4E3EE7CE77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5FBF602-0BFC-4CE3-B5D9-AF403C72C2AE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D73B21D-E160-4E17-B735-1D8A5ED64375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DD60BDD-6A49-4EB1-815E-7B4994B89FF8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08228E92-73D2-4566-8808-E13FBE74C70D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70A54A-88BC-40F2-B6DE-7A2CD75AEED7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79E7D8B-6CC8-425C-ABD1-6B49DFD2454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6D75E64-BC64-4259-A6E1-66A3C52BE6C3}"/>
                </a:ext>
              </a:extLst>
            </p:cNvPr>
            <p:cNvSpPr/>
            <p:nvPr/>
          </p:nvSpPr>
          <p:spPr>
            <a:xfrm>
              <a:off x="4457700" y="228600"/>
              <a:ext cx="228600" cy="4462272"/>
            </a:xfrm>
            <a:prstGeom prst="rect">
              <a:avLst/>
            </a:prstGeom>
            <a:solidFill>
              <a:srgbClr val="EAEAEA">
                <a:alpha val="4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1" name="GRID NEW" hidden="1">
            <a:extLst>
              <a:ext uri="{FF2B5EF4-FFF2-40B4-BE49-F238E27FC236}">
                <a16:creationId xmlns:a16="http://schemas.microsoft.com/office/drawing/2014/main" id="{6F88E482-0353-4362-8015-B7FB3ABBA721}"/>
              </a:ext>
            </a:extLst>
          </p:cNvPr>
          <p:cNvGrpSpPr/>
          <p:nvPr userDrawn="1"/>
        </p:nvGrpSpPr>
        <p:grpSpPr>
          <a:xfrm>
            <a:off x="228600" y="228600"/>
            <a:ext cx="8686800" cy="4691449"/>
            <a:chOff x="228600" y="228600"/>
            <a:chExt cx="8686800" cy="4691449"/>
          </a:xfrm>
        </p:grpSpPr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803175F-3635-4CA4-A2CD-424BA13DCAC5}"/>
                </a:ext>
              </a:extLst>
            </p:cNvPr>
            <p:cNvGrpSpPr/>
            <p:nvPr/>
          </p:nvGrpSpPr>
          <p:grpSpPr>
            <a:xfrm>
              <a:off x="228600" y="228600"/>
              <a:ext cx="8686800" cy="685800"/>
              <a:chOff x="228600" y="228600"/>
              <a:chExt cx="8686800" cy="685800"/>
            </a:xfrm>
          </p:grpSpPr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9CC64B6-C62E-4774-B8D6-4DEBE2571392}"/>
                  </a:ext>
                </a:extLst>
              </p:cNvPr>
              <p:cNvSpPr/>
              <p:nvPr/>
            </p:nvSpPr>
            <p:spPr>
              <a:xfrm>
                <a:off x="22860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767DFE6-67A4-4209-9B61-520C6E2DC235}"/>
                  </a:ext>
                </a:extLst>
              </p:cNvPr>
              <p:cNvSpPr/>
              <p:nvPr/>
            </p:nvSpPr>
            <p:spPr>
              <a:xfrm>
                <a:off x="120700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5ACDE100-5121-4E79-9E71-22B12062BFCF}"/>
                  </a:ext>
                </a:extLst>
              </p:cNvPr>
              <p:cNvSpPr/>
              <p:nvPr/>
            </p:nvSpPr>
            <p:spPr>
              <a:xfrm>
                <a:off x="218541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E22AE4D6-29CA-48B6-BE2D-FA72DF1FEB99}"/>
                  </a:ext>
                </a:extLst>
              </p:cNvPr>
              <p:cNvSpPr/>
              <p:nvPr/>
            </p:nvSpPr>
            <p:spPr>
              <a:xfrm>
                <a:off x="316382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9AE11280-4AFF-4279-BF20-BC3A2167644F}"/>
                  </a:ext>
                </a:extLst>
              </p:cNvPr>
              <p:cNvSpPr/>
              <p:nvPr/>
            </p:nvSpPr>
            <p:spPr>
              <a:xfrm>
                <a:off x="4142232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6C5F3BAD-60EA-4528-ABB8-B2E68E2F83A3}"/>
                  </a:ext>
                </a:extLst>
              </p:cNvPr>
              <p:cNvSpPr/>
              <p:nvPr/>
            </p:nvSpPr>
            <p:spPr>
              <a:xfrm>
                <a:off x="512064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F344166A-6A15-4050-99B2-615D1CF7D905}"/>
                  </a:ext>
                </a:extLst>
              </p:cNvPr>
              <p:cNvSpPr/>
              <p:nvPr/>
            </p:nvSpPr>
            <p:spPr>
              <a:xfrm>
                <a:off x="609904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0EABADF-BFE3-4B97-876C-BEC729B462DD}"/>
                  </a:ext>
                </a:extLst>
              </p:cNvPr>
              <p:cNvSpPr/>
              <p:nvPr/>
            </p:nvSpPr>
            <p:spPr>
              <a:xfrm>
                <a:off x="707745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99A009C9-B58F-47BA-81E7-ED606FB64195}"/>
                  </a:ext>
                </a:extLst>
              </p:cNvPr>
              <p:cNvSpPr/>
              <p:nvPr/>
            </p:nvSpPr>
            <p:spPr>
              <a:xfrm>
                <a:off x="805586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DEC027EC-6877-4707-9504-EE518FBA1CFC}"/>
                </a:ext>
              </a:extLst>
            </p:cNvPr>
            <p:cNvGrpSpPr/>
            <p:nvPr/>
          </p:nvGrpSpPr>
          <p:grpSpPr>
            <a:xfrm>
              <a:off x="228600" y="1029730"/>
              <a:ext cx="8686800" cy="685800"/>
              <a:chOff x="228600" y="1029730"/>
              <a:chExt cx="8686800" cy="685800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560F831D-24A5-43DA-9360-572196F05C25}"/>
                  </a:ext>
                </a:extLst>
              </p:cNvPr>
              <p:cNvSpPr/>
              <p:nvPr/>
            </p:nvSpPr>
            <p:spPr>
              <a:xfrm>
                <a:off x="22860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0B42CD34-B5FF-441E-A0E4-48E5236819BB}"/>
                  </a:ext>
                </a:extLst>
              </p:cNvPr>
              <p:cNvSpPr/>
              <p:nvPr/>
            </p:nvSpPr>
            <p:spPr>
              <a:xfrm>
                <a:off x="120700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D9175BB7-A433-40FA-945C-DFFC76FBDABF}"/>
                  </a:ext>
                </a:extLst>
              </p:cNvPr>
              <p:cNvSpPr/>
              <p:nvPr/>
            </p:nvSpPr>
            <p:spPr>
              <a:xfrm>
                <a:off x="218541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BD5DA6D7-DECA-4863-A7B4-945790CF635C}"/>
                  </a:ext>
                </a:extLst>
              </p:cNvPr>
              <p:cNvSpPr/>
              <p:nvPr/>
            </p:nvSpPr>
            <p:spPr>
              <a:xfrm>
                <a:off x="316382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7AE92ECE-7681-40AB-B4C9-63ACEF43EF20}"/>
                  </a:ext>
                </a:extLst>
              </p:cNvPr>
              <p:cNvSpPr/>
              <p:nvPr/>
            </p:nvSpPr>
            <p:spPr>
              <a:xfrm>
                <a:off x="4142232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B10FFB8E-2F04-4C3C-84DB-70DFBCEA5FCD}"/>
                  </a:ext>
                </a:extLst>
              </p:cNvPr>
              <p:cNvSpPr/>
              <p:nvPr/>
            </p:nvSpPr>
            <p:spPr>
              <a:xfrm>
                <a:off x="512064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210AFA2-59EE-43BB-A868-73BA1BDC6AAF}"/>
                  </a:ext>
                </a:extLst>
              </p:cNvPr>
              <p:cNvSpPr/>
              <p:nvPr/>
            </p:nvSpPr>
            <p:spPr>
              <a:xfrm>
                <a:off x="609904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1C8668ED-B2C4-4579-B877-52D0D409A659}"/>
                  </a:ext>
                </a:extLst>
              </p:cNvPr>
              <p:cNvSpPr/>
              <p:nvPr/>
            </p:nvSpPr>
            <p:spPr>
              <a:xfrm>
                <a:off x="707745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C7804B7A-40E2-42F5-A6CC-C372621FA255}"/>
                  </a:ext>
                </a:extLst>
              </p:cNvPr>
              <p:cNvSpPr/>
              <p:nvPr/>
            </p:nvSpPr>
            <p:spPr>
              <a:xfrm>
                <a:off x="805586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2451989C-79DE-4339-A098-9FC541DA64C0}"/>
                </a:ext>
              </a:extLst>
            </p:cNvPr>
            <p:cNvGrpSpPr/>
            <p:nvPr/>
          </p:nvGrpSpPr>
          <p:grpSpPr>
            <a:xfrm>
              <a:off x="228600" y="1830860"/>
              <a:ext cx="8686800" cy="685800"/>
              <a:chOff x="228600" y="1830860"/>
              <a:chExt cx="8686800" cy="685800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A128851-2DCC-473D-BF71-8B1787554F61}"/>
                  </a:ext>
                </a:extLst>
              </p:cNvPr>
              <p:cNvSpPr/>
              <p:nvPr/>
            </p:nvSpPr>
            <p:spPr>
              <a:xfrm>
                <a:off x="22860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5AB870C4-53A3-4637-B63E-0CBB7B614461}"/>
                  </a:ext>
                </a:extLst>
              </p:cNvPr>
              <p:cNvSpPr/>
              <p:nvPr/>
            </p:nvSpPr>
            <p:spPr>
              <a:xfrm>
                <a:off x="120700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55311BC-6601-435E-8051-AB158F8D61A7}"/>
                  </a:ext>
                </a:extLst>
              </p:cNvPr>
              <p:cNvSpPr/>
              <p:nvPr/>
            </p:nvSpPr>
            <p:spPr>
              <a:xfrm>
                <a:off x="218541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C2A9E32-11E4-4420-A0D0-B2112A22A233}"/>
                  </a:ext>
                </a:extLst>
              </p:cNvPr>
              <p:cNvSpPr/>
              <p:nvPr/>
            </p:nvSpPr>
            <p:spPr>
              <a:xfrm>
                <a:off x="316382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1B9DF8C-ECA8-4612-933E-9363FD7A6442}"/>
                  </a:ext>
                </a:extLst>
              </p:cNvPr>
              <p:cNvSpPr/>
              <p:nvPr/>
            </p:nvSpPr>
            <p:spPr>
              <a:xfrm>
                <a:off x="4142232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B05BE76A-4147-456A-9702-C1DBCDDD3420}"/>
                  </a:ext>
                </a:extLst>
              </p:cNvPr>
              <p:cNvSpPr/>
              <p:nvPr/>
            </p:nvSpPr>
            <p:spPr>
              <a:xfrm>
                <a:off x="512064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8F9180C5-ED41-454B-8D27-25B64E3804D6}"/>
                  </a:ext>
                </a:extLst>
              </p:cNvPr>
              <p:cNvSpPr/>
              <p:nvPr/>
            </p:nvSpPr>
            <p:spPr>
              <a:xfrm>
                <a:off x="609904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6CF0CCD6-170D-4AB3-B46C-217F61DAD076}"/>
                  </a:ext>
                </a:extLst>
              </p:cNvPr>
              <p:cNvSpPr/>
              <p:nvPr/>
            </p:nvSpPr>
            <p:spPr>
              <a:xfrm>
                <a:off x="707745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7F8C4DCC-9F63-4F8E-A3C9-10A40FD47EB7}"/>
                  </a:ext>
                </a:extLst>
              </p:cNvPr>
              <p:cNvSpPr/>
              <p:nvPr/>
            </p:nvSpPr>
            <p:spPr>
              <a:xfrm>
                <a:off x="805586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FE39BC08-85E9-4155-8A92-651EACB26379}"/>
                </a:ext>
              </a:extLst>
            </p:cNvPr>
            <p:cNvGrpSpPr/>
            <p:nvPr/>
          </p:nvGrpSpPr>
          <p:grpSpPr>
            <a:xfrm>
              <a:off x="228600" y="2631990"/>
              <a:ext cx="8686800" cy="685800"/>
              <a:chOff x="228600" y="2631990"/>
              <a:chExt cx="8686800" cy="68580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74604221-7C3B-4756-99E5-3FAA24862AE1}"/>
                  </a:ext>
                </a:extLst>
              </p:cNvPr>
              <p:cNvSpPr/>
              <p:nvPr/>
            </p:nvSpPr>
            <p:spPr>
              <a:xfrm>
                <a:off x="22860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4C9AE1D-6623-4664-9CDF-6B1820E665B1}"/>
                  </a:ext>
                </a:extLst>
              </p:cNvPr>
              <p:cNvSpPr/>
              <p:nvPr/>
            </p:nvSpPr>
            <p:spPr>
              <a:xfrm>
                <a:off x="120700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F6660C4-3AFA-43E6-BE4D-6EB9E3C63660}"/>
                  </a:ext>
                </a:extLst>
              </p:cNvPr>
              <p:cNvSpPr/>
              <p:nvPr/>
            </p:nvSpPr>
            <p:spPr>
              <a:xfrm>
                <a:off x="218541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A41ED6BF-59C3-4B91-9D13-CA2E6B17B97E}"/>
                  </a:ext>
                </a:extLst>
              </p:cNvPr>
              <p:cNvSpPr/>
              <p:nvPr/>
            </p:nvSpPr>
            <p:spPr>
              <a:xfrm>
                <a:off x="316382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90C1A5FE-88E5-47A5-A082-67EDDA505AED}"/>
                  </a:ext>
                </a:extLst>
              </p:cNvPr>
              <p:cNvSpPr/>
              <p:nvPr/>
            </p:nvSpPr>
            <p:spPr>
              <a:xfrm>
                <a:off x="4142232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D2C61AE1-A476-4365-89B1-56D890638867}"/>
                  </a:ext>
                </a:extLst>
              </p:cNvPr>
              <p:cNvSpPr/>
              <p:nvPr/>
            </p:nvSpPr>
            <p:spPr>
              <a:xfrm>
                <a:off x="512064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CF435DE2-F52C-49BE-AF97-4A13E602988A}"/>
                  </a:ext>
                </a:extLst>
              </p:cNvPr>
              <p:cNvSpPr/>
              <p:nvPr/>
            </p:nvSpPr>
            <p:spPr>
              <a:xfrm>
                <a:off x="609904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3B699FD3-3E2A-448D-AECD-43BFE2AC992E}"/>
                  </a:ext>
                </a:extLst>
              </p:cNvPr>
              <p:cNvSpPr/>
              <p:nvPr/>
            </p:nvSpPr>
            <p:spPr>
              <a:xfrm>
                <a:off x="707745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9547FD58-AD3E-40A1-9FE1-0BCF5B8B6308}"/>
                  </a:ext>
                </a:extLst>
              </p:cNvPr>
              <p:cNvSpPr/>
              <p:nvPr/>
            </p:nvSpPr>
            <p:spPr>
              <a:xfrm>
                <a:off x="805586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515F20D9-3677-456C-A2D2-695AF9448BED}"/>
                </a:ext>
              </a:extLst>
            </p:cNvPr>
            <p:cNvGrpSpPr/>
            <p:nvPr/>
          </p:nvGrpSpPr>
          <p:grpSpPr>
            <a:xfrm>
              <a:off x="228600" y="3433120"/>
              <a:ext cx="8686800" cy="685800"/>
              <a:chOff x="228600" y="3433120"/>
              <a:chExt cx="8686800" cy="685800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325F5B3B-BD1B-486A-99E3-3625CB3209CA}"/>
                  </a:ext>
                </a:extLst>
              </p:cNvPr>
              <p:cNvSpPr/>
              <p:nvPr/>
            </p:nvSpPr>
            <p:spPr>
              <a:xfrm>
                <a:off x="22860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74C5B3B1-31C9-49E4-87FE-43B95E4CE79B}"/>
                  </a:ext>
                </a:extLst>
              </p:cNvPr>
              <p:cNvSpPr/>
              <p:nvPr/>
            </p:nvSpPr>
            <p:spPr>
              <a:xfrm>
                <a:off x="120700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9DC3B33-C7C8-4062-983E-164C2C622134}"/>
                  </a:ext>
                </a:extLst>
              </p:cNvPr>
              <p:cNvSpPr/>
              <p:nvPr/>
            </p:nvSpPr>
            <p:spPr>
              <a:xfrm>
                <a:off x="218541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8AD99DA7-34FB-4FA8-91A4-6D10CC8DF6CE}"/>
                  </a:ext>
                </a:extLst>
              </p:cNvPr>
              <p:cNvSpPr/>
              <p:nvPr/>
            </p:nvSpPr>
            <p:spPr>
              <a:xfrm>
                <a:off x="316382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EDA395D3-F1ED-4624-A691-D2118353891E}"/>
                  </a:ext>
                </a:extLst>
              </p:cNvPr>
              <p:cNvSpPr/>
              <p:nvPr/>
            </p:nvSpPr>
            <p:spPr>
              <a:xfrm>
                <a:off x="4142232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46B957D9-8D46-49D7-A245-830A0A9CE4DF}"/>
                  </a:ext>
                </a:extLst>
              </p:cNvPr>
              <p:cNvSpPr/>
              <p:nvPr/>
            </p:nvSpPr>
            <p:spPr>
              <a:xfrm>
                <a:off x="512064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8400D102-340C-4DE4-8EDA-962B35C178C9}"/>
                  </a:ext>
                </a:extLst>
              </p:cNvPr>
              <p:cNvSpPr/>
              <p:nvPr/>
            </p:nvSpPr>
            <p:spPr>
              <a:xfrm>
                <a:off x="609904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6A3F4E2C-BD39-4F58-AA1B-4271DDED4218}"/>
                  </a:ext>
                </a:extLst>
              </p:cNvPr>
              <p:cNvSpPr/>
              <p:nvPr/>
            </p:nvSpPr>
            <p:spPr>
              <a:xfrm>
                <a:off x="707745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AA576D9-04DA-40F8-B3D8-7C8C60D58D6A}"/>
                  </a:ext>
                </a:extLst>
              </p:cNvPr>
              <p:cNvSpPr/>
              <p:nvPr/>
            </p:nvSpPr>
            <p:spPr>
              <a:xfrm>
                <a:off x="805586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FF9352CC-ACC3-4DBC-B424-EF18D41F816E}"/>
                </a:ext>
              </a:extLst>
            </p:cNvPr>
            <p:cNvGrpSpPr/>
            <p:nvPr/>
          </p:nvGrpSpPr>
          <p:grpSpPr>
            <a:xfrm>
              <a:off x="228600" y="4234249"/>
              <a:ext cx="8686800" cy="685800"/>
              <a:chOff x="228600" y="4234249"/>
              <a:chExt cx="8686800" cy="685800"/>
            </a:xfrm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7C8EC19-10AF-459A-AB56-3A6E1E69809D}"/>
                  </a:ext>
                </a:extLst>
              </p:cNvPr>
              <p:cNvSpPr/>
              <p:nvPr/>
            </p:nvSpPr>
            <p:spPr>
              <a:xfrm>
                <a:off x="22860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E74B02D3-7FDB-4C50-88F1-1551A1067FBB}"/>
                  </a:ext>
                </a:extLst>
              </p:cNvPr>
              <p:cNvSpPr/>
              <p:nvPr/>
            </p:nvSpPr>
            <p:spPr>
              <a:xfrm>
                <a:off x="120700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6B607FC-4D0B-4555-ACAF-9324217154AD}"/>
                  </a:ext>
                </a:extLst>
              </p:cNvPr>
              <p:cNvSpPr/>
              <p:nvPr/>
            </p:nvSpPr>
            <p:spPr>
              <a:xfrm>
                <a:off x="218541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7B703A7D-408C-4B56-B936-FFC51DF8B9A1}"/>
                  </a:ext>
                </a:extLst>
              </p:cNvPr>
              <p:cNvSpPr/>
              <p:nvPr/>
            </p:nvSpPr>
            <p:spPr>
              <a:xfrm>
                <a:off x="316382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497F96E-5F92-47AB-9483-460866775EA1}"/>
                  </a:ext>
                </a:extLst>
              </p:cNvPr>
              <p:cNvSpPr/>
              <p:nvPr/>
            </p:nvSpPr>
            <p:spPr>
              <a:xfrm>
                <a:off x="4142232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3DC63B00-232F-4B1F-918C-47E3679D52B3}"/>
                  </a:ext>
                </a:extLst>
              </p:cNvPr>
              <p:cNvSpPr/>
              <p:nvPr/>
            </p:nvSpPr>
            <p:spPr>
              <a:xfrm>
                <a:off x="512064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AF97E7D-BD2B-45DA-9B63-0238A7D1F16D}"/>
                  </a:ext>
                </a:extLst>
              </p:cNvPr>
              <p:cNvSpPr/>
              <p:nvPr/>
            </p:nvSpPr>
            <p:spPr>
              <a:xfrm>
                <a:off x="609904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1C82D657-E08D-43DB-8FFF-6993AE9D7B14}"/>
                  </a:ext>
                </a:extLst>
              </p:cNvPr>
              <p:cNvSpPr/>
              <p:nvPr/>
            </p:nvSpPr>
            <p:spPr>
              <a:xfrm>
                <a:off x="707745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5C27D503-115D-47B1-82E6-E6B3C03FEB8E}"/>
                  </a:ext>
                </a:extLst>
              </p:cNvPr>
              <p:cNvSpPr/>
              <p:nvPr/>
            </p:nvSpPr>
            <p:spPr>
              <a:xfrm>
                <a:off x="805586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686800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Primary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5041C0-F5B2-4F72-E89D-9B4C6D525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70013"/>
            <a:ext cx="7886700" cy="3262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935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226" r:id="rId1"/>
    <p:sldLayoutId id="2147486227" r:id="rId2"/>
    <p:sldLayoutId id="2147486228" r:id="rId3"/>
    <p:sldLayoutId id="2147486229" r:id="rId4"/>
    <p:sldLayoutId id="2147486230" r:id="rId5"/>
    <p:sldLayoutId id="2147486231" r:id="rId6"/>
    <p:sldLayoutId id="2147486232" r:id="rId7"/>
    <p:sldLayoutId id="2147486233" r:id="rId8"/>
    <p:sldLayoutId id="2147486234" r:id="rId9"/>
    <p:sldLayoutId id="2147486235" r:id="rId10"/>
    <p:sldLayoutId id="2147486236" r:id="rId11"/>
    <p:sldLayoutId id="2147486237" r:id="rId12"/>
    <p:sldLayoutId id="2147486238" r:id="rId13"/>
    <p:sldLayoutId id="2147486239" r:id="rId14"/>
    <p:sldLayoutId id="2147486240" r:id="rId1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lang="en-US" sz="2400" b="0" i="0" kern="1200" cap="none" spc="0" baseline="0" dirty="0">
          <a:solidFill>
            <a:schemeClr val="tx2"/>
          </a:solidFill>
          <a:latin typeface="Nunito Sans ExtraLight" pitchFamily="2" charset="77"/>
          <a:ea typeface="+mn-ea"/>
          <a:cs typeface="+mn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None/>
        <a:tabLst/>
        <a:defRPr lang="en-US" sz="1000" b="0" i="0" kern="1200" baseline="0" dirty="0">
          <a:solidFill>
            <a:schemeClr val="tx2"/>
          </a:solidFill>
          <a:latin typeface="Nunito Sans ExtraLight" pitchFamily="2" charset="77"/>
          <a:ea typeface="Nunito Sans ExtraLight" pitchFamily="2" charset="77"/>
          <a:cs typeface="Nunito Sans ExtraLight" pitchFamily="2" charset="77"/>
        </a:defRPr>
      </a:lvl1pPr>
      <a:lvl2pPr marL="137160" indent="-137160" algn="l" defTabSz="4572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ExtraLight" pitchFamily="2" charset="77"/>
          <a:ea typeface="Nunito Sans ExtraLight" pitchFamily="2" charset="77"/>
          <a:cs typeface="Nunito Sans ExtraLight" pitchFamily="2" charset="77"/>
        </a:defRPr>
      </a:lvl2pPr>
      <a:lvl3pPr marL="0" indent="0" algn="l" defTabSz="4572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None/>
        <a:tabLst/>
        <a:defRPr lang="en-US" sz="1100" b="0" i="0" kern="1200" baseline="0" dirty="0">
          <a:solidFill>
            <a:schemeClr val="tx2"/>
          </a:solidFill>
          <a:latin typeface="Nunito Sans" pitchFamily="2" charset="77"/>
          <a:ea typeface="Nunito Sans" pitchFamily="2" charset="77"/>
          <a:cs typeface="Nunito Sans" pitchFamily="2" charset="77"/>
        </a:defRPr>
      </a:lvl3pPr>
      <a:lvl4pPr marL="6350" indent="0" algn="l" defTabSz="4572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None/>
        <a:tabLst/>
        <a:defRPr lang="en-US" sz="2400" b="0" i="0" kern="1200" spc="0" baseline="0" dirty="0">
          <a:solidFill>
            <a:schemeClr val="tx2"/>
          </a:solidFill>
          <a:latin typeface="Nunito Sans ExtraLight" pitchFamily="2" charset="77"/>
          <a:ea typeface="Nunito Sans ExtraLight" pitchFamily="2" charset="77"/>
          <a:cs typeface="Nunito Sans ExtraLight" pitchFamily="2" charset="77"/>
        </a:defRPr>
      </a:lvl4pPr>
      <a:lvl5pPr marL="0" indent="0" algn="l" defTabSz="457200" rtl="0" eaLnBrk="1" latinLnBrk="0" hangingPunct="1">
        <a:lnSpc>
          <a:spcPct val="12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None/>
        <a:tabLst/>
        <a:defRPr lang="en-US" sz="600" b="0" i="0" kern="1200" spc="180" baseline="0" dirty="0">
          <a:solidFill>
            <a:schemeClr val="tx2"/>
          </a:solidFill>
          <a:latin typeface="Nunito Sans" pitchFamily="2" charset="77"/>
          <a:ea typeface="Nunito Sans" pitchFamily="2" charset="77"/>
          <a:cs typeface="Nunito Sans" pitchFamily="2" charset="77"/>
        </a:defRPr>
      </a:lvl5pPr>
      <a:lvl6pPr marL="137160" indent="-137160" algn="l" defTabSz="457200" rtl="0" eaLnBrk="1" latinLnBrk="0" hangingPunct="1">
        <a:lnSpc>
          <a:spcPct val="120000"/>
        </a:lnSpc>
        <a:spcBef>
          <a:spcPts val="300"/>
        </a:spcBef>
        <a:spcAft>
          <a:spcPts val="600"/>
        </a:spcAft>
        <a:buClr>
          <a:schemeClr val="accent1"/>
        </a:buClr>
        <a:buFont typeface="Arial"/>
        <a:buChar char="•"/>
        <a:defRPr sz="1000" b="0" i="0" kern="1200">
          <a:solidFill>
            <a:schemeClr val="tx1"/>
          </a:solidFill>
          <a:latin typeface="Nunito Sans ExtraLight" pitchFamily="2" charset="77"/>
          <a:ea typeface="+mn-ea"/>
          <a:cs typeface="+mn-cs"/>
        </a:defRPr>
      </a:lvl6pPr>
      <a:lvl7pPr marL="137160" indent="-137160" algn="l" defTabSz="457200" rtl="0" eaLnBrk="1" latinLnBrk="0" hangingPunct="1">
        <a:lnSpc>
          <a:spcPct val="120000"/>
        </a:lnSpc>
        <a:spcBef>
          <a:spcPts val="300"/>
        </a:spcBef>
        <a:spcAft>
          <a:spcPts val="600"/>
        </a:spcAft>
        <a:buClr>
          <a:schemeClr val="accent1"/>
        </a:buClr>
        <a:buFont typeface="Arial"/>
        <a:buChar char="•"/>
        <a:defRPr sz="1000" b="0" i="0" kern="1200">
          <a:solidFill>
            <a:schemeClr val="tx1"/>
          </a:solidFill>
          <a:latin typeface="Nunito Sans ExtraLight" pitchFamily="2" charset="77"/>
          <a:ea typeface="+mn-ea"/>
          <a:cs typeface="+mn-cs"/>
        </a:defRPr>
      </a:lvl7pPr>
      <a:lvl8pPr marL="4763" indent="0" algn="l" defTabSz="457200" rtl="0" eaLnBrk="1" latinLnBrk="0" hangingPunct="1">
        <a:lnSpc>
          <a:spcPct val="120000"/>
        </a:lnSpc>
        <a:spcBef>
          <a:spcPts val="300"/>
        </a:spcBef>
        <a:spcAft>
          <a:spcPts val="600"/>
        </a:spcAft>
        <a:buClr>
          <a:schemeClr val="accent1"/>
        </a:buClr>
        <a:buFont typeface="Arial"/>
        <a:buNone/>
        <a:tabLst/>
        <a:defRPr sz="1000" b="0" i="0" kern="1200">
          <a:solidFill>
            <a:schemeClr val="tx1"/>
          </a:solidFill>
          <a:latin typeface="Nunito Sans ExtraLight" pitchFamily="2" charset="77"/>
          <a:ea typeface="+mn-ea"/>
          <a:cs typeface="+mn-cs"/>
        </a:defRPr>
      </a:lvl8pPr>
      <a:lvl9pPr marL="137160" indent="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None/>
        <a:tabLst/>
        <a:defRPr sz="1000" b="0" i="0" kern="1200">
          <a:solidFill>
            <a:schemeClr val="tx1"/>
          </a:solidFill>
          <a:latin typeface="Nunito Sans ExtraLight" pitchFamily="2" charset="77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13" orient="horz" pos="1620">
          <p15:clr>
            <a:srgbClr val="F26B43"/>
          </p15:clr>
        </p15:guide>
        <p15:guide id="14" orient="horz" pos="636">
          <p15:clr>
            <a:srgbClr val="F26B43"/>
          </p15:clr>
        </p15:guide>
        <p15:guide id="15" orient="horz" pos="9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ID original" hidden="1">
            <a:extLst>
              <a:ext uri="{FF2B5EF4-FFF2-40B4-BE49-F238E27FC236}">
                <a16:creationId xmlns:a16="http://schemas.microsoft.com/office/drawing/2014/main" id="{E6326205-8DA6-4592-A731-E8B3B7C27B5A}"/>
              </a:ext>
            </a:extLst>
          </p:cNvPr>
          <p:cNvGrpSpPr/>
          <p:nvPr/>
        </p:nvGrpSpPr>
        <p:grpSpPr>
          <a:xfrm>
            <a:off x="225359" y="228600"/>
            <a:ext cx="8693711" cy="4462272"/>
            <a:chOff x="225359" y="228600"/>
            <a:chExt cx="8693711" cy="446227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E3B657D-FDC1-4A7A-A4F5-F4EFF01F65AD}"/>
                </a:ext>
              </a:extLst>
            </p:cNvPr>
            <p:cNvGrpSpPr/>
            <p:nvPr/>
          </p:nvGrpSpPr>
          <p:grpSpPr>
            <a:xfrm>
              <a:off x="225359" y="228600"/>
              <a:ext cx="8693711" cy="4462268"/>
              <a:chOff x="225359" y="228600"/>
              <a:chExt cx="8693711" cy="4462268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4B538BB-43C2-43E5-AD40-77803B906302}"/>
                  </a:ext>
                </a:extLst>
              </p:cNvPr>
              <p:cNvGrpSpPr/>
              <p:nvPr/>
            </p:nvGrpSpPr>
            <p:grpSpPr>
              <a:xfrm>
                <a:off x="225359" y="228600"/>
                <a:ext cx="8693711" cy="685800"/>
                <a:chOff x="225359" y="228600"/>
                <a:chExt cx="8693711" cy="685800"/>
              </a:xfrm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456A8F8-EAC4-4C0C-89D1-84065B19A031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CD89335-C942-45C8-BC35-1897EFE5E991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326B375F-B05A-4D18-B7D6-0F80D2865869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9CFABF65-52B1-4AEC-969A-B8193AE339CC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72493D5A-E288-4D94-8DA6-7E2646F45AE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4D366758-0424-4071-8218-CBDBD7FCCF0B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CDA293F-618A-4161-84E9-BA68727B89AF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C6E10710-10C0-4D35-BE56-7ABDAE37D8A1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9F6B555B-CDCC-4738-A7E7-8A8D7FB64992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80F8129-6FE1-4BA2-A691-913A08F2DE7D}"/>
                  </a:ext>
                </a:extLst>
              </p:cNvPr>
              <p:cNvGrpSpPr/>
              <p:nvPr/>
            </p:nvGrpSpPr>
            <p:grpSpPr>
              <a:xfrm>
                <a:off x="225359" y="983894"/>
                <a:ext cx="8693711" cy="685800"/>
                <a:chOff x="225359" y="228600"/>
                <a:chExt cx="8693711" cy="68580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968C328-CAD6-428D-8C6A-65DBF539C54C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6CDBC07E-9FCE-40BC-9506-FB87330A0A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193ED9C3-D106-41BA-BF42-4CCD613A1514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AE1C1F75-D316-4921-B712-9972850261C6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B5EC490-3C1B-488B-A8E2-8CE58670C3D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EED9E51-7B6D-436A-9E68-75B4DF397A91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5954C16-7D03-424F-BAB4-D5AE82831DE7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564EE705-CB77-4674-81F9-740935467E92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0A83405F-821F-4031-8CD9-F7056B26B9F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11CDAF2-B65D-49EF-BF87-CAB72698AE91}"/>
                  </a:ext>
                </a:extLst>
              </p:cNvPr>
              <p:cNvGrpSpPr/>
              <p:nvPr/>
            </p:nvGrpSpPr>
            <p:grpSpPr>
              <a:xfrm>
                <a:off x="225359" y="1739188"/>
                <a:ext cx="8693711" cy="685800"/>
                <a:chOff x="225359" y="228600"/>
                <a:chExt cx="8693711" cy="68580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99FFD98-6406-4C96-9851-AA83609CA9A6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853A9553-EE06-41F5-BC08-40F5B48E46CB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AD88F14F-ECD3-4F77-B22F-C31E9890958F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BF9BDF7B-63AC-4272-AB46-48E9D212B394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FC9F457-2359-4BD5-A218-179CCBF84997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5C2611F3-3064-415E-AD1A-864DD5B41599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A8E33E86-A397-424E-9299-829C42AB74CB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8E6C754-E4CD-4F71-BF54-CD4ADC21154A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43A0EA8-D40A-4B37-9CBB-EF2550215A2E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4BDF705B-9DFA-4676-8DC8-A0C18A8CB543}"/>
                  </a:ext>
                </a:extLst>
              </p:cNvPr>
              <p:cNvGrpSpPr/>
              <p:nvPr/>
            </p:nvGrpSpPr>
            <p:grpSpPr>
              <a:xfrm>
                <a:off x="225359" y="2494482"/>
                <a:ext cx="8693711" cy="685800"/>
                <a:chOff x="225359" y="228600"/>
                <a:chExt cx="8693711" cy="685800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C0E935EC-2D41-4AFB-B6CF-FA8DF85ABE62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F3CE6B9-054A-419D-B70F-0EE021D13610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3DD40652-027B-4D72-834F-EB2232FD17EC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3649B142-507D-4F83-9CCF-971E99599D18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96CFA20-DDB5-4B22-96FC-E729455FEDFC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492BBC3-BE11-4642-91E4-06764C4B5F26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19A1E721-6D3D-4394-BB1F-7046C58A9B64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61669DE-598D-48B4-B664-7A849C2C24DE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F2DAF89-D5D2-43A0-AAE8-E6FFAF00703F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DFAD4A5-34A0-40C6-A3B9-B97ACDD61FC5}"/>
                  </a:ext>
                </a:extLst>
              </p:cNvPr>
              <p:cNvGrpSpPr/>
              <p:nvPr/>
            </p:nvGrpSpPr>
            <p:grpSpPr>
              <a:xfrm>
                <a:off x="225359" y="3249776"/>
                <a:ext cx="8693711" cy="685800"/>
                <a:chOff x="225359" y="228600"/>
                <a:chExt cx="8693711" cy="68580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299D385-5989-4B79-9CAC-BB80EC13F835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30341A5-09BE-4491-B14C-0719B85E682E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F72EE8E6-DBF3-4C60-A7A4-0AC0B84D3CB2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C1B8FFDC-B756-4AEC-A87B-E4A44FF9BEBF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1D5B3732-1C16-49BF-A636-43ED57363A8B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E81D81E4-5686-4220-B62B-EA8A6412FEBA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723C1703-982A-4991-818C-02F69B8484FA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999B0A6-1C44-40BE-9EDE-F94781BB92BB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29FE78C4-C2B1-4C6E-AAFE-4CD64B80302A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9CF8640-11D9-4E55-B0C3-559A24FAE717}"/>
                  </a:ext>
                </a:extLst>
              </p:cNvPr>
              <p:cNvGrpSpPr/>
              <p:nvPr/>
            </p:nvGrpSpPr>
            <p:grpSpPr>
              <a:xfrm>
                <a:off x="225359" y="4005068"/>
                <a:ext cx="8693711" cy="685800"/>
                <a:chOff x="225359" y="228600"/>
                <a:chExt cx="8693711" cy="6858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98DAA12-9CEE-4004-A5E4-6B4368A18AD3}"/>
                    </a:ext>
                  </a:extLst>
                </p:cNvPr>
                <p:cNvSpPr/>
                <p:nvPr/>
              </p:nvSpPr>
              <p:spPr>
                <a:xfrm>
                  <a:off x="225359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01E8AE5-1797-415E-A439-FAC12A0C8305}"/>
                    </a:ext>
                  </a:extLst>
                </p:cNvPr>
                <p:cNvSpPr/>
                <p:nvPr/>
              </p:nvSpPr>
              <p:spPr>
                <a:xfrm>
                  <a:off x="1197666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2A9CCF4-3D86-4031-8742-BC4E3EE7CE77}"/>
                    </a:ext>
                  </a:extLst>
                </p:cNvPr>
                <p:cNvSpPr/>
                <p:nvPr/>
              </p:nvSpPr>
              <p:spPr>
                <a:xfrm>
                  <a:off x="2169973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A5FBF602-0BFC-4CE3-B5D9-AF403C72C2AE}"/>
                    </a:ext>
                  </a:extLst>
                </p:cNvPr>
                <p:cNvSpPr/>
                <p:nvPr/>
              </p:nvSpPr>
              <p:spPr>
                <a:xfrm>
                  <a:off x="3142280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D73B21D-E160-4E17-B735-1D8A5ED64375}"/>
                    </a:ext>
                  </a:extLst>
                </p:cNvPr>
                <p:cNvSpPr/>
                <p:nvPr/>
              </p:nvSpPr>
              <p:spPr>
                <a:xfrm>
                  <a:off x="4114587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DD60BDD-6A49-4EB1-815E-7B4994B89FF8}"/>
                    </a:ext>
                  </a:extLst>
                </p:cNvPr>
                <p:cNvSpPr/>
                <p:nvPr/>
              </p:nvSpPr>
              <p:spPr>
                <a:xfrm>
                  <a:off x="5086894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08228E92-73D2-4566-8808-E13FBE74C70D}"/>
                    </a:ext>
                  </a:extLst>
                </p:cNvPr>
                <p:cNvSpPr/>
                <p:nvPr/>
              </p:nvSpPr>
              <p:spPr>
                <a:xfrm>
                  <a:off x="605920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70A54A-88BC-40F2-B6DE-7A2CD75AEED7}"/>
                    </a:ext>
                  </a:extLst>
                </p:cNvPr>
                <p:cNvSpPr/>
                <p:nvPr/>
              </p:nvSpPr>
              <p:spPr>
                <a:xfrm>
                  <a:off x="7031508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79E7D8B-6CC8-425C-ABD1-6B49DFD2454B}"/>
                    </a:ext>
                  </a:extLst>
                </p:cNvPr>
                <p:cNvSpPr/>
                <p:nvPr/>
              </p:nvSpPr>
              <p:spPr>
                <a:xfrm>
                  <a:off x="8003811" y="228600"/>
                  <a:ext cx="915259" cy="685800"/>
                </a:xfrm>
                <a:prstGeom prst="rect">
                  <a:avLst/>
                </a:prstGeom>
                <a:solidFill>
                  <a:srgbClr val="EAEAEA">
                    <a:alpha val="5098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6D75E64-BC64-4259-A6E1-66A3C52BE6C3}"/>
                </a:ext>
              </a:extLst>
            </p:cNvPr>
            <p:cNvSpPr/>
            <p:nvPr/>
          </p:nvSpPr>
          <p:spPr>
            <a:xfrm>
              <a:off x="4457700" y="228600"/>
              <a:ext cx="228600" cy="4462272"/>
            </a:xfrm>
            <a:prstGeom prst="rect">
              <a:avLst/>
            </a:prstGeom>
            <a:solidFill>
              <a:srgbClr val="EAEAEA">
                <a:alpha val="4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1" name="GRID NEW" hidden="1">
            <a:extLst>
              <a:ext uri="{FF2B5EF4-FFF2-40B4-BE49-F238E27FC236}">
                <a16:creationId xmlns:a16="http://schemas.microsoft.com/office/drawing/2014/main" id="{6F88E482-0353-4362-8015-B7FB3ABBA721}"/>
              </a:ext>
            </a:extLst>
          </p:cNvPr>
          <p:cNvGrpSpPr/>
          <p:nvPr/>
        </p:nvGrpSpPr>
        <p:grpSpPr>
          <a:xfrm>
            <a:off x="228600" y="228600"/>
            <a:ext cx="8686800" cy="4691449"/>
            <a:chOff x="228600" y="228600"/>
            <a:chExt cx="8686800" cy="4691449"/>
          </a:xfrm>
        </p:grpSpPr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803175F-3635-4CA4-A2CD-424BA13DCAC5}"/>
                </a:ext>
              </a:extLst>
            </p:cNvPr>
            <p:cNvGrpSpPr/>
            <p:nvPr/>
          </p:nvGrpSpPr>
          <p:grpSpPr>
            <a:xfrm>
              <a:off x="228600" y="228600"/>
              <a:ext cx="8686800" cy="685800"/>
              <a:chOff x="228600" y="228600"/>
              <a:chExt cx="8686800" cy="685800"/>
            </a:xfrm>
          </p:grpSpPr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09CC64B6-C62E-4774-B8D6-4DEBE2571392}"/>
                  </a:ext>
                </a:extLst>
              </p:cNvPr>
              <p:cNvSpPr/>
              <p:nvPr/>
            </p:nvSpPr>
            <p:spPr>
              <a:xfrm>
                <a:off x="22860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767DFE6-67A4-4209-9B61-520C6E2DC235}"/>
                  </a:ext>
                </a:extLst>
              </p:cNvPr>
              <p:cNvSpPr/>
              <p:nvPr/>
            </p:nvSpPr>
            <p:spPr>
              <a:xfrm>
                <a:off x="120700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5ACDE100-5121-4E79-9E71-22B12062BFCF}"/>
                  </a:ext>
                </a:extLst>
              </p:cNvPr>
              <p:cNvSpPr/>
              <p:nvPr/>
            </p:nvSpPr>
            <p:spPr>
              <a:xfrm>
                <a:off x="218541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E22AE4D6-29CA-48B6-BE2D-FA72DF1FEB99}"/>
                  </a:ext>
                </a:extLst>
              </p:cNvPr>
              <p:cNvSpPr/>
              <p:nvPr/>
            </p:nvSpPr>
            <p:spPr>
              <a:xfrm>
                <a:off x="316382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9AE11280-4AFF-4279-BF20-BC3A2167644F}"/>
                  </a:ext>
                </a:extLst>
              </p:cNvPr>
              <p:cNvSpPr/>
              <p:nvPr/>
            </p:nvSpPr>
            <p:spPr>
              <a:xfrm>
                <a:off x="4142232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6C5F3BAD-60EA-4528-ABB8-B2E68E2F83A3}"/>
                  </a:ext>
                </a:extLst>
              </p:cNvPr>
              <p:cNvSpPr/>
              <p:nvPr/>
            </p:nvSpPr>
            <p:spPr>
              <a:xfrm>
                <a:off x="5120640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F344166A-6A15-4050-99B2-615D1CF7D905}"/>
                  </a:ext>
                </a:extLst>
              </p:cNvPr>
              <p:cNvSpPr/>
              <p:nvPr/>
            </p:nvSpPr>
            <p:spPr>
              <a:xfrm>
                <a:off x="6099048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70EABADF-BFE3-4B97-876C-BEC729B462DD}"/>
                  </a:ext>
                </a:extLst>
              </p:cNvPr>
              <p:cNvSpPr/>
              <p:nvPr/>
            </p:nvSpPr>
            <p:spPr>
              <a:xfrm>
                <a:off x="7077456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99A009C9-B58F-47BA-81E7-ED606FB64195}"/>
                  </a:ext>
                </a:extLst>
              </p:cNvPr>
              <p:cNvSpPr/>
              <p:nvPr/>
            </p:nvSpPr>
            <p:spPr>
              <a:xfrm>
                <a:off x="8055864" y="22860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DEC027EC-6877-4707-9504-EE518FBA1CFC}"/>
                </a:ext>
              </a:extLst>
            </p:cNvPr>
            <p:cNvGrpSpPr/>
            <p:nvPr/>
          </p:nvGrpSpPr>
          <p:grpSpPr>
            <a:xfrm>
              <a:off x="228600" y="1029730"/>
              <a:ext cx="8686800" cy="685800"/>
              <a:chOff x="228600" y="1029730"/>
              <a:chExt cx="8686800" cy="685800"/>
            </a:xfrm>
          </p:grpSpPr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560F831D-24A5-43DA-9360-572196F05C25}"/>
                  </a:ext>
                </a:extLst>
              </p:cNvPr>
              <p:cNvSpPr/>
              <p:nvPr/>
            </p:nvSpPr>
            <p:spPr>
              <a:xfrm>
                <a:off x="22860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0B42CD34-B5FF-441E-A0E4-48E5236819BB}"/>
                  </a:ext>
                </a:extLst>
              </p:cNvPr>
              <p:cNvSpPr/>
              <p:nvPr/>
            </p:nvSpPr>
            <p:spPr>
              <a:xfrm>
                <a:off x="120700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D9175BB7-A433-40FA-945C-DFFC76FBDABF}"/>
                  </a:ext>
                </a:extLst>
              </p:cNvPr>
              <p:cNvSpPr/>
              <p:nvPr/>
            </p:nvSpPr>
            <p:spPr>
              <a:xfrm>
                <a:off x="218541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BD5DA6D7-DECA-4863-A7B4-945790CF635C}"/>
                  </a:ext>
                </a:extLst>
              </p:cNvPr>
              <p:cNvSpPr/>
              <p:nvPr/>
            </p:nvSpPr>
            <p:spPr>
              <a:xfrm>
                <a:off x="316382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7AE92ECE-7681-40AB-B4C9-63ACEF43EF20}"/>
                  </a:ext>
                </a:extLst>
              </p:cNvPr>
              <p:cNvSpPr/>
              <p:nvPr/>
            </p:nvSpPr>
            <p:spPr>
              <a:xfrm>
                <a:off x="4142232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B10FFB8E-2F04-4C3C-84DB-70DFBCEA5FCD}"/>
                  </a:ext>
                </a:extLst>
              </p:cNvPr>
              <p:cNvSpPr/>
              <p:nvPr/>
            </p:nvSpPr>
            <p:spPr>
              <a:xfrm>
                <a:off x="5120640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210AFA2-59EE-43BB-A868-73BA1BDC6AAF}"/>
                  </a:ext>
                </a:extLst>
              </p:cNvPr>
              <p:cNvSpPr/>
              <p:nvPr/>
            </p:nvSpPr>
            <p:spPr>
              <a:xfrm>
                <a:off x="6099048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1C8668ED-B2C4-4579-B877-52D0D409A659}"/>
                  </a:ext>
                </a:extLst>
              </p:cNvPr>
              <p:cNvSpPr/>
              <p:nvPr/>
            </p:nvSpPr>
            <p:spPr>
              <a:xfrm>
                <a:off x="7077456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C7804B7A-40E2-42F5-A6CC-C372621FA255}"/>
                  </a:ext>
                </a:extLst>
              </p:cNvPr>
              <p:cNvSpPr/>
              <p:nvPr/>
            </p:nvSpPr>
            <p:spPr>
              <a:xfrm>
                <a:off x="8055864" y="102973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2451989C-79DE-4339-A098-9FC541DA64C0}"/>
                </a:ext>
              </a:extLst>
            </p:cNvPr>
            <p:cNvGrpSpPr/>
            <p:nvPr/>
          </p:nvGrpSpPr>
          <p:grpSpPr>
            <a:xfrm>
              <a:off x="228600" y="1830860"/>
              <a:ext cx="8686800" cy="685800"/>
              <a:chOff x="228600" y="1830860"/>
              <a:chExt cx="8686800" cy="685800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A128851-2DCC-473D-BF71-8B1787554F61}"/>
                  </a:ext>
                </a:extLst>
              </p:cNvPr>
              <p:cNvSpPr/>
              <p:nvPr/>
            </p:nvSpPr>
            <p:spPr>
              <a:xfrm>
                <a:off x="22860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5AB870C4-53A3-4637-B63E-0CBB7B614461}"/>
                  </a:ext>
                </a:extLst>
              </p:cNvPr>
              <p:cNvSpPr/>
              <p:nvPr/>
            </p:nvSpPr>
            <p:spPr>
              <a:xfrm>
                <a:off x="120700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55311BC-6601-435E-8051-AB158F8D61A7}"/>
                  </a:ext>
                </a:extLst>
              </p:cNvPr>
              <p:cNvSpPr/>
              <p:nvPr/>
            </p:nvSpPr>
            <p:spPr>
              <a:xfrm>
                <a:off x="218541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0C2A9E32-11E4-4420-A0D0-B2112A22A233}"/>
                  </a:ext>
                </a:extLst>
              </p:cNvPr>
              <p:cNvSpPr/>
              <p:nvPr/>
            </p:nvSpPr>
            <p:spPr>
              <a:xfrm>
                <a:off x="316382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1B9DF8C-ECA8-4612-933E-9363FD7A6442}"/>
                  </a:ext>
                </a:extLst>
              </p:cNvPr>
              <p:cNvSpPr/>
              <p:nvPr/>
            </p:nvSpPr>
            <p:spPr>
              <a:xfrm>
                <a:off x="4142232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B05BE76A-4147-456A-9702-C1DBCDDD3420}"/>
                  </a:ext>
                </a:extLst>
              </p:cNvPr>
              <p:cNvSpPr/>
              <p:nvPr/>
            </p:nvSpPr>
            <p:spPr>
              <a:xfrm>
                <a:off x="5120640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8F9180C5-ED41-454B-8D27-25B64E3804D6}"/>
                  </a:ext>
                </a:extLst>
              </p:cNvPr>
              <p:cNvSpPr/>
              <p:nvPr/>
            </p:nvSpPr>
            <p:spPr>
              <a:xfrm>
                <a:off x="6099048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6CF0CCD6-170D-4AB3-B46C-217F61DAD076}"/>
                  </a:ext>
                </a:extLst>
              </p:cNvPr>
              <p:cNvSpPr/>
              <p:nvPr/>
            </p:nvSpPr>
            <p:spPr>
              <a:xfrm>
                <a:off x="7077456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7F8C4DCC-9F63-4F8E-A3C9-10A40FD47EB7}"/>
                  </a:ext>
                </a:extLst>
              </p:cNvPr>
              <p:cNvSpPr/>
              <p:nvPr/>
            </p:nvSpPr>
            <p:spPr>
              <a:xfrm>
                <a:off x="8055864" y="183086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FE39BC08-85E9-4155-8A92-651EACB26379}"/>
                </a:ext>
              </a:extLst>
            </p:cNvPr>
            <p:cNvGrpSpPr/>
            <p:nvPr/>
          </p:nvGrpSpPr>
          <p:grpSpPr>
            <a:xfrm>
              <a:off x="228600" y="2631990"/>
              <a:ext cx="8686800" cy="685800"/>
              <a:chOff x="228600" y="2631990"/>
              <a:chExt cx="8686800" cy="685800"/>
            </a:xfrm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74604221-7C3B-4756-99E5-3FAA24862AE1}"/>
                  </a:ext>
                </a:extLst>
              </p:cNvPr>
              <p:cNvSpPr/>
              <p:nvPr/>
            </p:nvSpPr>
            <p:spPr>
              <a:xfrm>
                <a:off x="22860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74C9AE1D-6623-4664-9CDF-6B1820E665B1}"/>
                  </a:ext>
                </a:extLst>
              </p:cNvPr>
              <p:cNvSpPr/>
              <p:nvPr/>
            </p:nvSpPr>
            <p:spPr>
              <a:xfrm>
                <a:off x="120700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F6660C4-3AFA-43E6-BE4D-6EB9E3C63660}"/>
                  </a:ext>
                </a:extLst>
              </p:cNvPr>
              <p:cNvSpPr/>
              <p:nvPr/>
            </p:nvSpPr>
            <p:spPr>
              <a:xfrm>
                <a:off x="218541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A41ED6BF-59C3-4B91-9D13-CA2E6B17B97E}"/>
                  </a:ext>
                </a:extLst>
              </p:cNvPr>
              <p:cNvSpPr/>
              <p:nvPr/>
            </p:nvSpPr>
            <p:spPr>
              <a:xfrm>
                <a:off x="316382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90C1A5FE-88E5-47A5-A082-67EDDA505AED}"/>
                  </a:ext>
                </a:extLst>
              </p:cNvPr>
              <p:cNvSpPr/>
              <p:nvPr/>
            </p:nvSpPr>
            <p:spPr>
              <a:xfrm>
                <a:off x="4142232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D2C61AE1-A476-4365-89B1-56D890638867}"/>
                  </a:ext>
                </a:extLst>
              </p:cNvPr>
              <p:cNvSpPr/>
              <p:nvPr/>
            </p:nvSpPr>
            <p:spPr>
              <a:xfrm>
                <a:off x="5120640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CF435DE2-F52C-49BE-AF97-4A13E602988A}"/>
                  </a:ext>
                </a:extLst>
              </p:cNvPr>
              <p:cNvSpPr/>
              <p:nvPr/>
            </p:nvSpPr>
            <p:spPr>
              <a:xfrm>
                <a:off x="6099048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3B699FD3-3E2A-448D-AECD-43BFE2AC992E}"/>
                  </a:ext>
                </a:extLst>
              </p:cNvPr>
              <p:cNvSpPr/>
              <p:nvPr/>
            </p:nvSpPr>
            <p:spPr>
              <a:xfrm>
                <a:off x="7077456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9547FD58-AD3E-40A1-9FE1-0BCF5B8B6308}"/>
                  </a:ext>
                </a:extLst>
              </p:cNvPr>
              <p:cNvSpPr/>
              <p:nvPr/>
            </p:nvSpPr>
            <p:spPr>
              <a:xfrm>
                <a:off x="8055864" y="263199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515F20D9-3677-456C-A2D2-695AF9448BED}"/>
                </a:ext>
              </a:extLst>
            </p:cNvPr>
            <p:cNvGrpSpPr/>
            <p:nvPr/>
          </p:nvGrpSpPr>
          <p:grpSpPr>
            <a:xfrm>
              <a:off x="228600" y="3433120"/>
              <a:ext cx="8686800" cy="685800"/>
              <a:chOff x="228600" y="3433120"/>
              <a:chExt cx="8686800" cy="685800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325F5B3B-BD1B-486A-99E3-3625CB3209CA}"/>
                  </a:ext>
                </a:extLst>
              </p:cNvPr>
              <p:cNvSpPr/>
              <p:nvPr/>
            </p:nvSpPr>
            <p:spPr>
              <a:xfrm>
                <a:off x="22860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74C5B3B1-31C9-49E4-87FE-43B95E4CE79B}"/>
                  </a:ext>
                </a:extLst>
              </p:cNvPr>
              <p:cNvSpPr/>
              <p:nvPr/>
            </p:nvSpPr>
            <p:spPr>
              <a:xfrm>
                <a:off x="120700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B9DC3B33-C7C8-4062-983E-164C2C622134}"/>
                  </a:ext>
                </a:extLst>
              </p:cNvPr>
              <p:cNvSpPr/>
              <p:nvPr/>
            </p:nvSpPr>
            <p:spPr>
              <a:xfrm>
                <a:off x="218541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8AD99DA7-34FB-4FA8-91A4-6D10CC8DF6CE}"/>
                  </a:ext>
                </a:extLst>
              </p:cNvPr>
              <p:cNvSpPr/>
              <p:nvPr/>
            </p:nvSpPr>
            <p:spPr>
              <a:xfrm>
                <a:off x="316382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EDA395D3-F1ED-4624-A691-D2118353891E}"/>
                  </a:ext>
                </a:extLst>
              </p:cNvPr>
              <p:cNvSpPr/>
              <p:nvPr/>
            </p:nvSpPr>
            <p:spPr>
              <a:xfrm>
                <a:off x="4142232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46B957D9-8D46-49D7-A245-830A0A9CE4DF}"/>
                  </a:ext>
                </a:extLst>
              </p:cNvPr>
              <p:cNvSpPr/>
              <p:nvPr/>
            </p:nvSpPr>
            <p:spPr>
              <a:xfrm>
                <a:off x="5120640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8400D102-340C-4DE4-8EDA-962B35C178C9}"/>
                  </a:ext>
                </a:extLst>
              </p:cNvPr>
              <p:cNvSpPr/>
              <p:nvPr/>
            </p:nvSpPr>
            <p:spPr>
              <a:xfrm>
                <a:off x="6099048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6A3F4E2C-BD39-4F58-AA1B-4271DDED4218}"/>
                  </a:ext>
                </a:extLst>
              </p:cNvPr>
              <p:cNvSpPr/>
              <p:nvPr/>
            </p:nvSpPr>
            <p:spPr>
              <a:xfrm>
                <a:off x="7077456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1AA576D9-04DA-40F8-B3D8-7C8C60D58D6A}"/>
                  </a:ext>
                </a:extLst>
              </p:cNvPr>
              <p:cNvSpPr/>
              <p:nvPr/>
            </p:nvSpPr>
            <p:spPr>
              <a:xfrm>
                <a:off x="8055864" y="3433120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FF9352CC-ACC3-4DBC-B424-EF18D41F816E}"/>
                </a:ext>
              </a:extLst>
            </p:cNvPr>
            <p:cNvGrpSpPr/>
            <p:nvPr/>
          </p:nvGrpSpPr>
          <p:grpSpPr>
            <a:xfrm>
              <a:off x="228600" y="4234249"/>
              <a:ext cx="8686800" cy="685800"/>
              <a:chOff x="228600" y="4234249"/>
              <a:chExt cx="8686800" cy="685800"/>
            </a:xfrm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7C8EC19-10AF-459A-AB56-3A6E1E69809D}"/>
                  </a:ext>
                </a:extLst>
              </p:cNvPr>
              <p:cNvSpPr/>
              <p:nvPr/>
            </p:nvSpPr>
            <p:spPr>
              <a:xfrm>
                <a:off x="22860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E74B02D3-7FDB-4C50-88F1-1551A1067FBB}"/>
                  </a:ext>
                </a:extLst>
              </p:cNvPr>
              <p:cNvSpPr/>
              <p:nvPr/>
            </p:nvSpPr>
            <p:spPr>
              <a:xfrm>
                <a:off x="120700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36B607FC-4D0B-4555-ACAF-9324217154AD}"/>
                  </a:ext>
                </a:extLst>
              </p:cNvPr>
              <p:cNvSpPr/>
              <p:nvPr/>
            </p:nvSpPr>
            <p:spPr>
              <a:xfrm>
                <a:off x="218541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7B703A7D-408C-4B56-B936-FFC51DF8B9A1}"/>
                  </a:ext>
                </a:extLst>
              </p:cNvPr>
              <p:cNvSpPr/>
              <p:nvPr/>
            </p:nvSpPr>
            <p:spPr>
              <a:xfrm>
                <a:off x="316382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497F96E-5F92-47AB-9483-460866775EA1}"/>
                  </a:ext>
                </a:extLst>
              </p:cNvPr>
              <p:cNvSpPr/>
              <p:nvPr/>
            </p:nvSpPr>
            <p:spPr>
              <a:xfrm>
                <a:off x="4142232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3DC63B00-232F-4B1F-918C-47E3679D52B3}"/>
                  </a:ext>
                </a:extLst>
              </p:cNvPr>
              <p:cNvSpPr/>
              <p:nvPr/>
            </p:nvSpPr>
            <p:spPr>
              <a:xfrm>
                <a:off x="5120640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AF97E7D-BD2B-45DA-9B63-0238A7D1F16D}"/>
                  </a:ext>
                </a:extLst>
              </p:cNvPr>
              <p:cNvSpPr/>
              <p:nvPr/>
            </p:nvSpPr>
            <p:spPr>
              <a:xfrm>
                <a:off x="6099048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1C82D657-E08D-43DB-8FFF-6993AE9D7B14}"/>
                  </a:ext>
                </a:extLst>
              </p:cNvPr>
              <p:cNvSpPr/>
              <p:nvPr/>
            </p:nvSpPr>
            <p:spPr>
              <a:xfrm>
                <a:off x="7077456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5C27D503-115D-47B1-82E6-E6B3C03FEB8E}"/>
                  </a:ext>
                </a:extLst>
              </p:cNvPr>
              <p:cNvSpPr/>
              <p:nvPr/>
            </p:nvSpPr>
            <p:spPr>
              <a:xfrm>
                <a:off x="8055864" y="4234249"/>
                <a:ext cx="859536" cy="685800"/>
              </a:xfrm>
              <a:prstGeom prst="rect">
                <a:avLst/>
              </a:prstGeom>
              <a:solidFill>
                <a:srgbClr val="EAEAEA">
                  <a:alpha val="5098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099" y="757350"/>
            <a:ext cx="7772101" cy="3416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Primary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07924"/>
            <a:ext cx="7772400" cy="34829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Primary text styles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42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242" r:id="rId1"/>
    <p:sldLayoutId id="2147486243" r:id="rId2"/>
    <p:sldLayoutId id="2147486244" r:id="rId3"/>
    <p:sldLayoutId id="2147486245" r:id="rId4"/>
    <p:sldLayoutId id="2147486246" r:id="rId5"/>
    <p:sldLayoutId id="2147486247" r:id="rId6"/>
    <p:sldLayoutId id="2147486248" r:id="rId7"/>
    <p:sldLayoutId id="2147486249" r:id="rId8"/>
    <p:sldLayoutId id="2147486250" r:id="rId9"/>
    <p:sldLayoutId id="2147486251" r:id="rId10"/>
    <p:sldLayoutId id="2147486252" r:id="rId11"/>
    <p:sldLayoutId id="2147486253" r:id="rId12"/>
    <p:sldLayoutId id="2147486254" r:id="rId13"/>
    <p:sldLayoutId id="2147486255" r:id="rId14"/>
    <p:sldLayoutId id="2147486256" r:id="rId15"/>
    <p:sldLayoutId id="2147486257" r:id="rId16"/>
    <p:sldLayoutId id="2147486258" r:id="rId17"/>
    <p:sldLayoutId id="2147486259" r:id="rId18"/>
    <p:sldLayoutId id="2147486260" r:id="rId19"/>
    <p:sldLayoutId id="2147486261" r:id="rId20"/>
    <p:sldLayoutId id="2147486262" r:id="rId21"/>
    <p:sldLayoutId id="2147486263" r:id="rId22"/>
    <p:sldLayoutId id="2147486264" r:id="rId23"/>
    <p:sldLayoutId id="2147486265" r:id="rId2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lang="en-US" sz="2400" b="0" i="0" kern="1200" cap="none" spc="0" baseline="0" dirty="0">
          <a:solidFill>
            <a:schemeClr val="accent1"/>
          </a:solidFill>
          <a:latin typeface="Nunito Sans Light" pitchFamily="2" charset="77"/>
          <a:ea typeface="+mn-ea"/>
          <a:cs typeface="+mn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110000"/>
        <a:buFontTx/>
        <a:buNone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1pPr>
      <a:lvl2pPr marL="13716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9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2pPr>
      <a:lvl3pPr marL="27432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80000"/>
        <a:buFont typeface="Nunito Sans Black" panose="00000A00000000000000" pitchFamily="2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3pPr>
      <a:lvl4pPr marL="41148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4pPr>
      <a:lvl5pPr marL="548640" indent="-13716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75000"/>
        <a:buFont typeface="Arial" charset="0"/>
        <a:buChar char="•"/>
        <a:tabLst/>
        <a:defRPr lang="en-US" sz="1000" b="0" i="0" kern="1200" baseline="0" dirty="0">
          <a:solidFill>
            <a:schemeClr val="tx2"/>
          </a:solidFill>
          <a:latin typeface="Nunito Sans Light" pitchFamily="2" charset="77"/>
          <a:ea typeface="Nunito Sans Light" pitchFamily="2" charset="77"/>
          <a:cs typeface="Nunito Sans Light" pitchFamily="2" charset="77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5616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132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orient="horz" pos="3060">
          <p15:clr>
            <a:srgbClr val="F26B43"/>
          </p15:clr>
        </p15:guide>
        <p15:guide id="7" pos="288">
          <p15:clr>
            <a:srgbClr val="F26B43"/>
          </p15:clr>
        </p15:guide>
        <p15:guide id="8" pos="2880">
          <p15:clr>
            <a:srgbClr val="F26B43"/>
          </p15:clr>
        </p15:guide>
        <p15:guide id="9" pos="432">
          <p15:clr>
            <a:srgbClr val="F26B43"/>
          </p15:clr>
        </p15:guide>
        <p15:guide id="10" pos="5328">
          <p15:clr>
            <a:srgbClr val="F26B43"/>
          </p15:clr>
        </p15:guide>
        <p15:guide id="11" pos="696">
          <p15:clr>
            <a:srgbClr val="F26B43"/>
          </p15:clr>
        </p15:guide>
        <p15:guide id="12" pos="5064">
          <p15:clr>
            <a:srgbClr val="F26B43"/>
          </p15:clr>
        </p15:guide>
        <p15:guide id="13" orient="horz" pos="1620">
          <p15:clr>
            <a:srgbClr val="F26B43"/>
          </p15:clr>
        </p15:guide>
        <p15:guide id="14" orient="horz" pos="4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view-su2.highspot.com/viewer/ce277298f4327a0a95d7f778fbba2b0e" TargetMode="Externa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3D8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ECCE75-7016-5AA0-565D-FD04FFC4C5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Testing Transformation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C9ECA-E42D-1B0D-9D31-EF7AED936C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2000" y="3816458"/>
            <a:ext cx="4320000" cy="14208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SEPTEMBER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971B1-4A1C-CA7F-9F64-EF7473EBBF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8600" y="3406054"/>
            <a:ext cx="5058295" cy="257282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Bounteous Proposed POC</a:t>
            </a:r>
          </a:p>
        </p:txBody>
      </p:sp>
      <p:pic>
        <p:nvPicPr>
          <p:cNvPr id="6" name="Picture Placeholder 12">
            <a:extLst>
              <a:ext uri="{FF2B5EF4-FFF2-40B4-BE49-F238E27FC236}">
                <a16:creationId xmlns:a16="http://schemas.microsoft.com/office/drawing/2014/main" id="{F62B988C-F6D8-006D-25A9-0E5ECCB0EDC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44400" t="86" r="8196" b="-86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  <a:noFill/>
        </p:spPr>
      </p:pic>
      <p:pic>
        <p:nvPicPr>
          <p:cNvPr id="7" name="Picture 4" descr="Investor Relations | Jackson">
            <a:extLst>
              <a:ext uri="{FF2B5EF4-FFF2-40B4-BE49-F238E27FC236}">
                <a16:creationId xmlns:a16="http://schemas.microsoft.com/office/drawing/2014/main" id="{BE14A990-AC24-759D-EDF5-C04F560E8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1" t="25056" r="8507" b="26546"/>
          <a:stretch/>
        </p:blipFill>
        <p:spPr bwMode="auto">
          <a:xfrm>
            <a:off x="228599" y="238125"/>
            <a:ext cx="1444627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7BA449-82F6-5B9D-150E-3CE2A1357D9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4809744"/>
            <a:ext cx="756000" cy="1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22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3906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B8CA7-EDB7-34AF-0A49-8F15120F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5BF91E3-ECAE-EF7B-C3DA-EB0A8689601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FF1122E-E2BB-F3BB-7377-180B66ABF8F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28600" y="1057782"/>
            <a:ext cx="659636" cy="3162402"/>
          </a:xfrm>
        </p:spPr>
        <p:txBody>
          <a:bodyPr/>
          <a:lstStyle/>
          <a:p>
            <a:r>
              <a:rPr lang="en-US" sz="1800" b="1">
                <a:solidFill>
                  <a:schemeClr val="bg1">
                    <a:alpha val="90000"/>
                  </a:schemeClr>
                </a:solidFill>
              </a:rPr>
              <a:t>01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02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15173C-FC46-BAEC-647D-54A2DC350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6828CC7-28F5-019F-5A65-EC1B86B871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5123" y="1057782"/>
            <a:ext cx="7659604" cy="3162402"/>
          </a:xfrm>
        </p:spPr>
        <p:txBody>
          <a:bodyPr/>
          <a:lstStyle/>
          <a:p>
            <a:r>
              <a:rPr lang="en-US" sz="1800" b="1"/>
              <a:t>The Opportunity &amp; Proposed Solution Recap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Proposed Proof of Concept 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506137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93A6F-CD06-1A89-F758-B9E3383E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7F6F41-E3CF-437E-2116-F2E59D349FBB}"/>
              </a:ext>
            </a:extLst>
          </p:cNvPr>
          <p:cNvSpPr/>
          <p:nvPr/>
        </p:nvSpPr>
        <p:spPr>
          <a:xfrm>
            <a:off x="-4764" y="-1"/>
            <a:ext cx="9148762" cy="5319539"/>
          </a:xfrm>
          <a:prstGeom prst="rect">
            <a:avLst/>
          </a:prstGeom>
          <a:solidFill>
            <a:srgbClr val="3A072E"/>
          </a:solidFill>
          <a:ln w="57547" cap="flat">
            <a:noFill/>
            <a:prstDash val="solid"/>
            <a:miter/>
          </a:ln>
        </p:spPr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87305-3C41-758E-2D85-777C84542B5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0" y="-2"/>
            <a:ext cx="9148763" cy="686157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1EE021-FA52-676C-8E66-4FB8599686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1617" y="2376533"/>
            <a:ext cx="7776000" cy="1254034"/>
          </a:xfrm>
        </p:spPr>
        <p:txBody>
          <a:bodyPr anchor="ctr">
            <a:noAutofit/>
          </a:bodyPr>
          <a:lstStyle/>
          <a:p>
            <a:pPr algn="ctr"/>
            <a:r>
              <a:rPr lang="en-US" sz="3400">
                <a:solidFill>
                  <a:schemeClr val="bg1"/>
                </a:solidFill>
                <a:latin typeface="Nunito Sans ExtraLight" pitchFamily="2" charset="77"/>
              </a:rPr>
              <a:t>Together, we can transform</a:t>
            </a:r>
            <a:br>
              <a:rPr lang="en-US" sz="3400">
                <a:solidFill>
                  <a:schemeClr val="bg1"/>
                </a:solidFill>
                <a:latin typeface="Nunito Sans ExtraLight" pitchFamily="2" charset="77"/>
              </a:rPr>
            </a:br>
            <a:r>
              <a:rPr lang="en-US" sz="3400">
                <a:solidFill>
                  <a:schemeClr val="bg1"/>
                </a:solidFill>
                <a:latin typeface="Nunito Sans ExtraLight" pitchFamily="2" charset="77"/>
              </a:rPr>
              <a:t>Jackson’s AOE testing into an intelligent, fully automated, self-healing, and AI-driven comprehensive testing ecosystem that sets a new standard for AI-enabled quality in annuities.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8D751AC-B092-4C80-B43F-E0E191800F03}"/>
              </a:ext>
            </a:extLst>
          </p:cNvPr>
          <p:cNvSpPr txBox="1">
            <a:spLocks/>
          </p:cNvSpPr>
          <p:nvPr/>
        </p:nvSpPr>
        <p:spPr>
          <a:xfrm>
            <a:off x="3129617" y="987084"/>
            <a:ext cx="2880000" cy="146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None/>
              <a:tabLst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chemeClr val="bg1">
                    <a:alpha val="74841"/>
                  </a:schemeClr>
                </a:solidFill>
              </a:rPr>
              <a:t>PERSPECTIVE &amp; VISION</a:t>
            </a:r>
            <a:endParaRPr lang="en-US">
              <a:solidFill>
                <a:schemeClr val="accent5">
                  <a:alpha val="74841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362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B02D42-60A7-6EE9-9A9A-4C08920C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21" y="374650"/>
            <a:ext cx="4224602" cy="1385428"/>
          </a:xfrm>
        </p:spPr>
        <p:txBody>
          <a:bodyPr anchor="ctr">
            <a:normAutofit/>
          </a:bodyPr>
          <a:lstStyle/>
          <a:p>
            <a:br>
              <a:rPr lang="en-US"/>
            </a:br>
            <a:r>
              <a:rPr lang="en-US"/>
              <a:t>Bounteous’ Agentic QA Framework </a:t>
            </a:r>
            <a:br>
              <a:rPr lang="en-US"/>
            </a:br>
            <a:r>
              <a:rPr lang="en-US"/>
              <a:t>Configured for Jackson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7D7D0-CFDD-323A-43DE-394A9007CFD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>
                <a:solidFill>
                  <a:srgbClr val="FFFFFF">
                    <a:alpha val="64999"/>
                  </a:srgbClr>
                </a:solidFill>
              </a:rPr>
              <a:t>PROPOSED NORTH STAR SOLUTION</a:t>
            </a:r>
          </a:p>
        </p:txBody>
      </p:sp>
      <p:pic>
        <p:nvPicPr>
          <p:cNvPr id="6" name="Content Placeholder 10">
            <a:hlinkClick r:id="rId2"/>
            <a:extLst>
              <a:ext uri="{FF2B5EF4-FFF2-40B4-BE49-F238E27FC236}">
                <a16:creationId xmlns:a16="http://schemas.microsoft.com/office/drawing/2014/main" id="{1718DA83-53B0-3890-6097-8415F65C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6"/>
          <a:stretch>
            <a:fillRect/>
          </a:stretch>
        </p:blipFill>
        <p:spPr>
          <a:xfrm>
            <a:off x="4647843" y="1243765"/>
            <a:ext cx="4128600" cy="2601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DC2DE5-13AE-5741-2A57-1F20519F07C5}"/>
              </a:ext>
            </a:extLst>
          </p:cNvPr>
          <p:cNvSpPr txBox="1"/>
          <p:nvPr/>
        </p:nvSpPr>
        <p:spPr>
          <a:xfrm>
            <a:off x="4647843" y="3898858"/>
            <a:ext cx="41286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>
                <a:latin typeface="Nunito Sans Light" pitchFamily="2" charset="77"/>
              </a:rPr>
              <a:t>Bounteous x Jackson Demo</a:t>
            </a:r>
          </a:p>
          <a:p>
            <a:pPr algn="ctr"/>
            <a:endParaRPr lang="en-US" sz="900">
              <a:latin typeface="Nunito Sans Light" pitchFamily="2" charset="77"/>
            </a:endParaRPr>
          </a:p>
          <a:p>
            <a:pPr algn="ctr"/>
            <a:r>
              <a:rPr lang="en-US" sz="900">
                <a:latin typeface="Nunito Sans Light" pitchFamily="2" charset="77"/>
              </a:rPr>
              <a:t>The video demonstrates processing a sample Jackosn Jira ticket through the Bounteous Agentic QA tool framework to convert the use case to an automated test script.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F977B1-A35B-CFF6-5A8D-48E4466EE3AF}"/>
              </a:ext>
            </a:extLst>
          </p:cNvPr>
          <p:cNvGrpSpPr/>
          <p:nvPr/>
        </p:nvGrpSpPr>
        <p:grpSpPr>
          <a:xfrm>
            <a:off x="6311847" y="2087872"/>
            <a:ext cx="800592" cy="800592"/>
            <a:chOff x="6344928" y="1862355"/>
            <a:chExt cx="800592" cy="800592"/>
          </a:xfrm>
        </p:grpSpPr>
        <p:sp>
          <p:nvSpPr>
            <p:cNvPr id="13" name="Oval 12">
              <a:hlinkClick r:id="rId2"/>
              <a:extLst>
                <a:ext uri="{FF2B5EF4-FFF2-40B4-BE49-F238E27FC236}">
                  <a16:creationId xmlns:a16="http://schemas.microsoft.com/office/drawing/2014/main" id="{798D5B48-03F1-51F1-7256-8568F99659CD}"/>
                </a:ext>
              </a:extLst>
            </p:cNvPr>
            <p:cNvSpPr/>
            <p:nvPr/>
          </p:nvSpPr>
          <p:spPr>
            <a:xfrm>
              <a:off x="6344928" y="1862355"/>
              <a:ext cx="800592" cy="80059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5754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>
                <a:buClr>
                  <a:schemeClr val="accent4"/>
                </a:buClr>
                <a:buSzPct val="110000"/>
              </a:pPr>
              <a:endParaRPr lang="en-US" sz="1100" b="1">
                <a:latin typeface="Nunito Sans Black" pitchFamily="2" charset="77"/>
              </a:endParaRPr>
            </a:p>
          </p:txBody>
        </p:sp>
        <p:sp>
          <p:nvSpPr>
            <p:cNvPr id="14" name="Triangle 13">
              <a:hlinkClick r:id="rId2"/>
              <a:extLst>
                <a:ext uri="{FF2B5EF4-FFF2-40B4-BE49-F238E27FC236}">
                  <a16:creationId xmlns:a16="http://schemas.microsoft.com/office/drawing/2014/main" id="{D81AA946-1F8A-9B42-AFE6-CBB9AD62F8B2}"/>
                </a:ext>
              </a:extLst>
            </p:cNvPr>
            <p:cNvSpPr/>
            <p:nvPr/>
          </p:nvSpPr>
          <p:spPr>
            <a:xfrm rot="5400000">
              <a:off x="6602611" y="2128101"/>
              <a:ext cx="352337" cy="303739"/>
            </a:xfrm>
            <a:prstGeom prst="triangle">
              <a:avLst/>
            </a:prstGeom>
            <a:solidFill>
              <a:schemeClr val="bg2"/>
            </a:solidFill>
            <a:ln w="575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>
                <a:buClr>
                  <a:schemeClr val="accent4"/>
                </a:buClr>
                <a:buSzPct val="110000"/>
              </a:pPr>
              <a:endParaRPr lang="en-US" sz="1100" b="1">
                <a:latin typeface="Nunito Sans Black" pitchFamily="2" charset="77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61E6AE6-1230-1061-79F3-A24F7D34E6C4}"/>
              </a:ext>
            </a:extLst>
          </p:cNvPr>
          <p:cNvSpPr txBox="1"/>
          <p:nvPr/>
        </p:nvSpPr>
        <p:spPr>
          <a:xfrm>
            <a:off x="186265" y="1650011"/>
            <a:ext cx="3747243" cy="32470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</a:pPr>
            <a:r>
              <a:rPr lang="en-US" sz="1000">
                <a:solidFill>
                  <a:schemeClr val="bg1"/>
                </a:solidFill>
              </a:rPr>
              <a:t>A reusable scaffold that turns Claude Code into a professional manual test case &amp; automation test case generator and enables: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Self-healing automated test creation and execution across AoE platforms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Reduced manual effort for test script creation and maintenance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Synthetic test data generation across forms, jurisdictions, payment types, ownership scenarios, and exchanges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Automated form comparison, validation, and tagging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Detailed execution reporting with screenshots and diagnostics</a:t>
            </a: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</a:rPr>
              <a:t>CI/CD pipeline integration for automated execution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Secure credential management via Key Vault and API access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Wingdings" pitchFamily="2" charset="2"/>
              <a:buChar char="ü"/>
            </a:pPr>
            <a:endParaRPr lang="en-US" sz="10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1918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0E68-8546-52C1-6725-3013A7DC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82A38C6-4DA0-C13E-7DE5-2D3725C0F119}"/>
              </a:ext>
            </a:extLst>
          </p:cNvPr>
          <p:cNvSpPr/>
          <p:nvPr/>
        </p:nvSpPr>
        <p:spPr>
          <a:xfrm>
            <a:off x="228599" y="3358052"/>
            <a:ext cx="6139131" cy="485054"/>
          </a:xfrm>
          <a:prstGeom prst="roundRect">
            <a:avLst>
              <a:gd name="adj" fmla="val 3000"/>
            </a:avLst>
          </a:prstGeom>
          <a:solidFill>
            <a:srgbClr val="EFEFE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21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D408B7-D1C7-E5F8-5263-1DBC3997B1FE}"/>
              </a:ext>
            </a:extLst>
          </p:cNvPr>
          <p:cNvSpPr/>
          <p:nvPr/>
        </p:nvSpPr>
        <p:spPr>
          <a:xfrm>
            <a:off x="228600" y="795564"/>
            <a:ext cx="3062009" cy="2294771"/>
          </a:xfrm>
          <a:prstGeom prst="roundRect">
            <a:avLst>
              <a:gd name="adj" fmla="val 3000"/>
            </a:avLst>
          </a:prstGeom>
          <a:solidFill>
            <a:srgbClr val="EFEFE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2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28611-A1BC-CAA4-4810-BF76253DBD05}"/>
              </a:ext>
            </a:extLst>
          </p:cNvPr>
          <p:cNvSpPr txBox="1"/>
          <p:nvPr/>
        </p:nvSpPr>
        <p:spPr>
          <a:xfrm>
            <a:off x="221456" y="954310"/>
            <a:ext cx="45719" cy="97498"/>
          </a:xfrm>
          <a:prstGeom prst="rect">
            <a:avLst/>
          </a:prstGeom>
          <a:noFill/>
        </p:spPr>
        <p:txBody>
          <a:bodyPr wrap="square" lIns="23380" tIns="9352" rIns="23380" bIns="9352">
            <a:spAutoFit/>
          </a:bodyPr>
          <a:lstStyle/>
          <a:p>
            <a:pPr algn="l"/>
            <a:endParaRPr sz="511" b="1">
              <a:solidFill>
                <a:srgbClr val="0B2E4F"/>
              </a:solidFill>
              <a:latin typeface="Calibr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6B13D3-752D-4879-70C4-4D3534F51A76}"/>
              </a:ext>
            </a:extLst>
          </p:cNvPr>
          <p:cNvSpPr/>
          <p:nvPr/>
        </p:nvSpPr>
        <p:spPr>
          <a:xfrm>
            <a:off x="3375777" y="795565"/>
            <a:ext cx="3068331" cy="2292246"/>
          </a:xfrm>
          <a:prstGeom prst="roundRect">
            <a:avLst>
              <a:gd name="adj" fmla="val 3000"/>
            </a:avLst>
          </a:prstGeom>
          <a:solidFill>
            <a:srgbClr val="39052D"/>
          </a:solidFill>
          <a:ln w="279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endParaRPr sz="1000" b="1">
              <a:solidFill>
                <a:srgbClr val="740B18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B91DDC-6DBD-7B8D-E753-DF9AEF44145A}"/>
              </a:ext>
            </a:extLst>
          </p:cNvPr>
          <p:cNvSpPr txBox="1"/>
          <p:nvPr/>
        </p:nvSpPr>
        <p:spPr>
          <a:xfrm>
            <a:off x="3486766" y="858660"/>
            <a:ext cx="1447432" cy="141997"/>
          </a:xfrm>
          <a:prstGeom prst="rect">
            <a:avLst/>
          </a:prstGeom>
          <a:noFill/>
        </p:spPr>
        <p:txBody>
          <a:bodyPr wrap="square" lIns="23380" tIns="9352" rIns="23380" bIns="9352">
            <a:spAutoFit/>
          </a:bodyPr>
          <a:lstStyle/>
          <a:p>
            <a:pPr algn="l"/>
            <a:r>
              <a:rPr lang="en-US" sz="800" b="1">
                <a:solidFill>
                  <a:schemeClr val="bg1"/>
                </a:solidFill>
              </a:rPr>
              <a:t>AI INTELLIGENCE LAYER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0B1759-215C-BDB8-6ED3-8BAD0818397C}"/>
              </a:ext>
            </a:extLst>
          </p:cNvPr>
          <p:cNvSpPr/>
          <p:nvPr/>
        </p:nvSpPr>
        <p:spPr>
          <a:xfrm>
            <a:off x="221456" y="4441981"/>
            <a:ext cx="6146274" cy="631041"/>
          </a:xfrm>
          <a:prstGeom prst="roundRect">
            <a:avLst>
              <a:gd name="adj" fmla="val 3000"/>
            </a:avLst>
          </a:prstGeom>
          <a:solidFill>
            <a:srgbClr val="EFEFE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2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89DF8E-E430-2B46-458F-AC8CE3700DF2}"/>
              </a:ext>
            </a:extLst>
          </p:cNvPr>
          <p:cNvSpPr txBox="1"/>
          <p:nvPr/>
        </p:nvSpPr>
        <p:spPr>
          <a:xfrm>
            <a:off x="352020" y="4537663"/>
            <a:ext cx="3134745" cy="141997"/>
          </a:xfrm>
          <a:prstGeom prst="rect">
            <a:avLst/>
          </a:prstGeom>
          <a:noFill/>
        </p:spPr>
        <p:txBody>
          <a:bodyPr wrap="square" lIns="23380" tIns="9352" rIns="23380" bIns="9352">
            <a:spAutoFit/>
          </a:bodyPr>
          <a:lstStyle/>
          <a:p>
            <a:r>
              <a:rPr lang="en-US" sz="800" b="1"/>
              <a:t>SYSTEM UNDER TEST  - Annuity Order Entry (AOE) Platforms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97DB28-E6F7-7D82-B257-33693CD4992E}"/>
              </a:ext>
            </a:extLst>
          </p:cNvPr>
          <p:cNvSpPr/>
          <p:nvPr/>
        </p:nvSpPr>
        <p:spPr>
          <a:xfrm>
            <a:off x="352021" y="1117957"/>
            <a:ext cx="674476" cy="42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Jackson Forms
&amp; Code Library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F24EB7C-8FFD-7EB4-8F38-23094870E18B}"/>
              </a:ext>
            </a:extLst>
          </p:cNvPr>
          <p:cNvSpPr/>
          <p:nvPr/>
        </p:nvSpPr>
        <p:spPr>
          <a:xfrm>
            <a:off x="1074477" y="1117957"/>
            <a:ext cx="677306" cy="42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QA
Authoring Team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64AF3CC-5CFE-300D-6019-1627D7FDFBA2}"/>
              </a:ext>
            </a:extLst>
          </p:cNvPr>
          <p:cNvSpPr/>
          <p:nvPr/>
        </p:nvSpPr>
        <p:spPr>
          <a:xfrm>
            <a:off x="1799763" y="1117957"/>
            <a:ext cx="677306" cy="42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SMEs
(4 platforms)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5A4A92-4BF7-F69F-1414-4C957CF32DB5}"/>
              </a:ext>
            </a:extLst>
          </p:cNvPr>
          <p:cNvSpPr/>
          <p:nvPr/>
        </p:nvSpPr>
        <p:spPr>
          <a:xfrm>
            <a:off x="2525048" y="1117957"/>
            <a:ext cx="677306" cy="420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Jackson InfoSec
/ Legal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8560246-EA21-BEB1-68DB-843BE267B813}"/>
              </a:ext>
            </a:extLst>
          </p:cNvPr>
          <p:cNvSpPr/>
          <p:nvPr/>
        </p:nvSpPr>
        <p:spPr>
          <a:xfrm>
            <a:off x="340119" y="1663741"/>
            <a:ext cx="2862235" cy="394879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Authoring Layer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21E01F1-F172-E551-8AB7-634EBBABD747}"/>
              </a:ext>
            </a:extLst>
          </p:cNvPr>
          <p:cNvSpPr/>
          <p:nvPr/>
        </p:nvSpPr>
        <p:spPr>
          <a:xfrm>
            <a:off x="340119" y="2209933"/>
            <a:ext cx="2862235" cy="44185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Synthetic Data Generator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63D2368-249A-B5DE-A0A9-716E04CFB23D}"/>
              </a:ext>
            </a:extLst>
          </p:cNvPr>
          <p:cNvSpPr/>
          <p:nvPr/>
        </p:nvSpPr>
        <p:spPr>
          <a:xfrm>
            <a:off x="3521318" y="1899999"/>
            <a:ext cx="2810647" cy="28194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Claude Form-Tag Validator</a:t>
            </a:r>
          </a:p>
          <a:p>
            <a:pPr algn="ctr"/>
            <a:r>
              <a:rPr lang="en-US" sz="600">
                <a:solidFill>
                  <a:srgbClr val="1A1A1A"/>
                </a:solidFill>
              </a:rPr>
              <a:t>PDF + XML tag diff,  100+ forms supported, Deterministic checks first,   &amp; Claude adjudicates ambiguous diffs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31B5485-05B1-C445-97CD-492D74EAEACD}"/>
              </a:ext>
            </a:extLst>
          </p:cNvPr>
          <p:cNvSpPr/>
          <p:nvPr/>
        </p:nvSpPr>
        <p:spPr>
          <a:xfrm>
            <a:off x="221456" y="3947473"/>
            <a:ext cx="6146269" cy="300724"/>
          </a:xfrm>
          <a:prstGeom prst="roundRect">
            <a:avLst>
              <a:gd name="adj" fmla="val 10000"/>
            </a:avLst>
          </a:prstGeom>
          <a:solidFill>
            <a:srgbClr val="39052D"/>
          </a:solidFill>
          <a:ln w="279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endParaRPr lang="en-US" sz="1000" b="1">
              <a:solidFill>
                <a:srgbClr val="740B18"/>
              </a:solidFill>
              <a:latin typeface="Calibri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600723A-C415-3183-4689-CA8C60A233D1}"/>
              </a:ext>
            </a:extLst>
          </p:cNvPr>
          <p:cNvSpPr/>
          <p:nvPr/>
        </p:nvSpPr>
        <p:spPr>
          <a:xfrm>
            <a:off x="3512265" y="2235916"/>
            <a:ext cx="2812937" cy="34127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Claude Self-Healing Engine</a:t>
            </a:r>
          </a:p>
          <a:p>
            <a:pPr algn="ctr"/>
            <a:r>
              <a:rPr lang="en-US" sz="600">
                <a:solidFill>
                  <a:srgbClr val="1A1A1A"/>
                </a:solidFill>
              </a:rPr>
              <a:t>On locator failure: DOM snapshot → Claude →
semantic re-bind → retry → audit log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D947F4E-3800-855C-F24D-4091079A1713}"/>
              </a:ext>
            </a:extLst>
          </p:cNvPr>
          <p:cNvSpPr/>
          <p:nvPr/>
        </p:nvSpPr>
        <p:spPr>
          <a:xfrm>
            <a:off x="3512265" y="1031835"/>
            <a:ext cx="2810015" cy="30878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Azure API Management Gateway</a:t>
            </a:r>
          </a:p>
          <a:p>
            <a:pPr algn="ctr"/>
            <a:r>
              <a:rPr sz="600">
                <a:solidFill>
                  <a:srgbClr val="1A1A1A"/>
                </a:solidFill>
              </a:rPr>
              <a:t>Audit logs</a:t>
            </a:r>
            <a:r>
              <a:rPr lang="en-US" sz="600">
                <a:solidFill>
                  <a:srgbClr val="1A1A1A"/>
                </a:solidFill>
              </a:rPr>
              <a:t>,</a:t>
            </a:r>
            <a:r>
              <a:rPr sz="600">
                <a:solidFill>
                  <a:srgbClr val="1A1A1A"/>
                </a:solidFill>
              </a:rPr>
              <a:t> PII redaction filter</a:t>
            </a:r>
            <a:r>
              <a:rPr lang="en-US" sz="600">
                <a:solidFill>
                  <a:srgbClr val="1A1A1A"/>
                </a:solidFill>
              </a:rPr>
              <a:t>, </a:t>
            </a:r>
            <a:r>
              <a:rPr sz="600">
                <a:solidFill>
                  <a:srgbClr val="1A1A1A"/>
                </a:solidFill>
              </a:rPr>
              <a:t>Rate limits </a:t>
            </a:r>
            <a:r>
              <a:rPr lang="en-US" sz="600">
                <a:solidFill>
                  <a:srgbClr val="1A1A1A"/>
                </a:solidFill>
              </a:rPr>
              <a:t>,</a:t>
            </a:r>
            <a:r>
              <a:rPr sz="600">
                <a:solidFill>
                  <a:srgbClr val="1A1A1A"/>
                </a:solidFill>
              </a:rPr>
              <a:t>  Per-capability quotas</a:t>
            </a:r>
            <a:r>
              <a:rPr lang="en-US" sz="600">
                <a:solidFill>
                  <a:srgbClr val="1A1A1A"/>
                </a:solidFill>
              </a:rPr>
              <a:t>, &amp; </a:t>
            </a:r>
            <a:r>
              <a:rPr sz="600">
                <a:solidFill>
                  <a:srgbClr val="1A1A1A"/>
                </a:solidFill>
              </a:rPr>
              <a:t>Anthropic key in Vault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9D902D9-D708-5EB8-F34D-F2602C3C3DB4}"/>
              </a:ext>
            </a:extLst>
          </p:cNvPr>
          <p:cNvSpPr/>
          <p:nvPr/>
        </p:nvSpPr>
        <p:spPr>
          <a:xfrm>
            <a:off x="3512265" y="1389850"/>
            <a:ext cx="2810015" cy="45747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Anthropic Claude</a:t>
            </a:r>
          </a:p>
          <a:p>
            <a:pPr algn="ctr"/>
            <a:r>
              <a:rPr lang="en-US" sz="600">
                <a:solidFill>
                  <a:srgbClr val="1A1A1A"/>
                </a:solidFill>
              </a:rPr>
              <a:t>Sonnet 4.6: default (healing, data gen, authoring)
opus 4.7: complex edge cases &amp; form rules
haiku 4.5:  high-volume classifications
deployment: anthropic API +  AWS bedrock  +  vertex AI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F829794-EC6F-EE0B-8947-C08F063035A2}"/>
              </a:ext>
            </a:extLst>
          </p:cNvPr>
          <p:cNvSpPr/>
          <p:nvPr/>
        </p:nvSpPr>
        <p:spPr>
          <a:xfrm>
            <a:off x="340119" y="4730845"/>
            <a:ext cx="1402826" cy="2571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AN4    —    Zinnia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ADB3DC7-46B2-1259-D6AF-546DBB1BCC16}"/>
              </a:ext>
            </a:extLst>
          </p:cNvPr>
          <p:cNvSpPr/>
          <p:nvPr/>
        </p:nvSpPr>
        <p:spPr>
          <a:xfrm>
            <a:off x="1878467" y="4730845"/>
            <a:ext cx="1322266" cy="2571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Affirm    —    </a:t>
            </a:r>
            <a:r>
              <a:rPr lang="en-US" sz="600" b="1" err="1">
                <a:solidFill>
                  <a:schemeClr val="tx1"/>
                </a:solidFill>
              </a:rPr>
              <a:t>iPipeline</a:t>
            </a:r>
            <a:endParaRPr lang="en-US" sz="600" b="1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91849F-3C3C-BD10-7D76-094E12ED0E74}"/>
              </a:ext>
            </a:extLst>
          </p:cNvPr>
          <p:cNvSpPr/>
          <p:nvPr/>
        </p:nvSpPr>
        <p:spPr>
          <a:xfrm>
            <a:off x="3336255" y="4730845"/>
            <a:ext cx="1322265" cy="2571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Firelight Native    —    </a:t>
            </a:r>
            <a:r>
              <a:rPr lang="en-US" sz="600" b="1" err="1">
                <a:solidFill>
                  <a:schemeClr val="tx1"/>
                </a:solidFill>
              </a:rPr>
              <a:t>iCapital</a:t>
            </a:r>
            <a:endParaRPr lang="en-US" sz="600" b="1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83B2544-8AD5-4858-0FA8-60CD86FD8049}"/>
              </a:ext>
            </a:extLst>
          </p:cNvPr>
          <p:cNvSpPr/>
          <p:nvPr/>
        </p:nvSpPr>
        <p:spPr>
          <a:xfrm>
            <a:off x="4794042" y="4730845"/>
            <a:ext cx="1322265" cy="2571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Firelight Embedded    —    </a:t>
            </a:r>
            <a:r>
              <a:rPr lang="en-US" sz="600" b="1" err="1">
                <a:solidFill>
                  <a:schemeClr val="tx1"/>
                </a:solidFill>
              </a:rPr>
              <a:t>Jackson.com</a:t>
            </a:r>
            <a:endParaRPr lang="en-US" sz="600" b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483AC9-55A2-4694-1F60-CFDC5C23FAF1}"/>
              </a:ext>
            </a:extLst>
          </p:cNvPr>
          <p:cNvSpPr txBox="1"/>
          <p:nvPr/>
        </p:nvSpPr>
        <p:spPr>
          <a:xfrm>
            <a:off x="313526" y="880009"/>
            <a:ext cx="1507955" cy="141997"/>
          </a:xfrm>
          <a:prstGeom prst="rect">
            <a:avLst/>
          </a:prstGeom>
          <a:noFill/>
        </p:spPr>
        <p:txBody>
          <a:bodyPr wrap="square" lIns="23380" tIns="9352" rIns="23380" bIns="9352">
            <a:spAutoFit/>
          </a:bodyPr>
          <a:lstStyle/>
          <a:p>
            <a:pPr algn="l"/>
            <a:r>
              <a:rPr lang="en-US" sz="800" b="1"/>
              <a:t>DELIVERY PIPELINE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11408FE-4BA3-7971-C9F0-4D634A30BE12}"/>
              </a:ext>
            </a:extLst>
          </p:cNvPr>
          <p:cNvSpPr txBox="1">
            <a:spLocks/>
          </p:cNvSpPr>
          <p:nvPr/>
        </p:nvSpPr>
        <p:spPr>
          <a:xfrm>
            <a:off x="145217" y="287305"/>
            <a:ext cx="4528696" cy="380409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3716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2pPr>
            <a:lvl3pPr marL="27432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3pPr>
            <a:lvl4pPr marL="41148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4pPr>
            <a:lvl5pPr marL="54864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tx1"/>
                </a:solidFill>
                <a:latin typeface="Nunito Sans ExtraLight" pitchFamily="2" charset="77"/>
                <a:ea typeface="+mn-ea"/>
                <a:cs typeface="+mn-cs"/>
              </a:rPr>
              <a:t>Proposed North Star Architecture</a:t>
            </a:r>
          </a:p>
        </p:txBody>
      </p:sp>
      <p:cxnSp>
        <p:nvCxnSpPr>
          <p:cNvPr id="37" name="Connector 7">
            <a:extLst>
              <a:ext uri="{FF2B5EF4-FFF2-40B4-BE49-F238E27FC236}">
                <a16:creationId xmlns:a16="http://schemas.microsoft.com/office/drawing/2014/main" id="{37847CB8-78F7-3A68-25BC-805720E90A5D}"/>
              </a:ext>
            </a:extLst>
          </p:cNvPr>
          <p:cNvCxnSpPr>
            <a:cxnSpLocks/>
          </p:cNvCxnSpPr>
          <p:nvPr/>
        </p:nvCxnSpPr>
        <p:spPr>
          <a:xfrm>
            <a:off x="1968343" y="3090336"/>
            <a:ext cx="0" cy="250912"/>
          </a:xfrm>
          <a:prstGeom prst="line">
            <a:avLst/>
          </a:prstGeom>
          <a:ln w="12700">
            <a:solidFill>
              <a:srgbClr val="0B2E4F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8">
            <a:extLst>
              <a:ext uri="{FF2B5EF4-FFF2-40B4-BE49-F238E27FC236}">
                <a16:creationId xmlns:a16="http://schemas.microsoft.com/office/drawing/2014/main" id="{2E82F7D6-BEE0-1095-4272-499063134B8F}"/>
              </a:ext>
            </a:extLst>
          </p:cNvPr>
          <p:cNvCxnSpPr>
            <a:cxnSpLocks/>
          </p:cNvCxnSpPr>
          <p:nvPr/>
        </p:nvCxnSpPr>
        <p:spPr>
          <a:xfrm>
            <a:off x="6280207" y="3052828"/>
            <a:ext cx="0" cy="846971"/>
          </a:xfrm>
          <a:prstGeom prst="line">
            <a:avLst/>
          </a:prstGeom>
          <a:ln w="15875">
            <a:solidFill>
              <a:srgbClr val="39062D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8817165-34AC-9719-7CE5-9E719492D9BE}"/>
              </a:ext>
            </a:extLst>
          </p:cNvPr>
          <p:cNvSpPr txBox="1"/>
          <p:nvPr/>
        </p:nvSpPr>
        <p:spPr>
          <a:xfrm>
            <a:off x="5329564" y="3205826"/>
            <a:ext cx="1152839" cy="135422"/>
          </a:xfrm>
          <a:prstGeom prst="rect">
            <a:avLst/>
          </a:prstGeom>
          <a:noFill/>
          <a:ln w="9525">
            <a:noFill/>
          </a:ln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lang="en-US" sz="700">
                <a:solidFill>
                  <a:srgbClr val="2B2B2B"/>
                </a:solidFill>
              </a:rPr>
              <a:t>Playwright MCP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B60647-D50B-8A40-060D-51C639B73D71}"/>
              </a:ext>
            </a:extLst>
          </p:cNvPr>
          <p:cNvSpPr txBox="1"/>
          <p:nvPr/>
        </p:nvSpPr>
        <p:spPr>
          <a:xfrm>
            <a:off x="3068172" y="4292457"/>
            <a:ext cx="1253373" cy="135422"/>
          </a:xfrm>
          <a:prstGeom prst="rect">
            <a:avLst/>
          </a:prstGeom>
          <a:noFill/>
          <a:ln w="9525">
            <a:noFill/>
          </a:ln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lang="en-US" sz="700">
                <a:solidFill>
                  <a:srgbClr val="2B2B2B"/>
                </a:solidFill>
              </a:rPr>
              <a:t>Executes against</a:t>
            </a:r>
          </a:p>
        </p:txBody>
      </p:sp>
      <p:cxnSp>
        <p:nvCxnSpPr>
          <p:cNvPr id="41" name="Connector 7">
            <a:extLst>
              <a:ext uri="{FF2B5EF4-FFF2-40B4-BE49-F238E27FC236}">
                <a16:creationId xmlns:a16="http://schemas.microsoft.com/office/drawing/2014/main" id="{BDA5C447-C8EF-47FC-C337-213608C9B786}"/>
              </a:ext>
            </a:extLst>
          </p:cNvPr>
          <p:cNvCxnSpPr>
            <a:cxnSpLocks/>
          </p:cNvCxnSpPr>
          <p:nvPr/>
        </p:nvCxnSpPr>
        <p:spPr>
          <a:xfrm>
            <a:off x="3259524" y="4278353"/>
            <a:ext cx="0" cy="193654"/>
          </a:xfrm>
          <a:prstGeom prst="line">
            <a:avLst/>
          </a:prstGeom>
          <a:ln w="15875">
            <a:solidFill>
              <a:srgbClr val="39062D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92DB68FC-CC5D-8E6C-7333-A3164D226558}"/>
              </a:ext>
            </a:extLst>
          </p:cNvPr>
          <p:cNvSpPr txBox="1">
            <a:spLocks/>
          </p:cNvSpPr>
          <p:nvPr/>
        </p:nvSpPr>
        <p:spPr>
          <a:xfrm>
            <a:off x="6874957" y="264273"/>
            <a:ext cx="2134422" cy="33776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lang="en-US" sz="1000" b="0" i="0" kern="1200" baseline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2pPr>
            <a:lvl3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3pPr>
            <a:lvl4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4pPr>
            <a:lvl5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>
              <a:solidFill>
                <a:srgbClr val="C00000"/>
              </a:solidFill>
              <a:latin typeface="+mn-lt"/>
            </a:endParaRPr>
          </a:p>
          <a:p>
            <a:r>
              <a:rPr lang="en-US" b="1">
                <a:solidFill>
                  <a:srgbClr val="C00000"/>
                </a:solidFill>
                <a:latin typeface="+mn-lt"/>
              </a:rPr>
              <a:t>Solution Components:</a:t>
            </a:r>
            <a:endParaRPr lang="en-US">
              <a:solidFill>
                <a:srgbClr val="C00000"/>
              </a:solidFill>
              <a:latin typeface="+mn-lt"/>
            </a:endParaRPr>
          </a:p>
          <a:p>
            <a:r>
              <a:rPr lang="en-US" sz="900" b="1">
                <a:solidFill>
                  <a:schemeClr val="tx1"/>
                </a:solidFill>
                <a:latin typeface="+mn-lt"/>
              </a:rPr>
              <a:t>Claud AI: Intelligence Layer</a:t>
            </a:r>
          </a:p>
          <a:p>
            <a:r>
              <a:rPr lang="en-US" sz="850">
                <a:solidFill>
                  <a:schemeClr val="tx1"/>
                </a:solidFill>
                <a:latin typeface="+mn-lt"/>
              </a:rPr>
              <a:t>Anthropic Claude (Sonnet 4.6 / Opus 4.7 / Haiku 4.5) powers self-healing locator inference, test authoring co-pilot, synthetic data edge cases, form-tag adjudication, and defect drafting. Accessed via Azure API Management; audit logs, PII redaction, rate limits</a:t>
            </a:r>
          </a:p>
          <a:p>
            <a:r>
              <a:rPr lang="en-US" sz="900" b="1">
                <a:solidFill>
                  <a:schemeClr val="tx1"/>
                </a:solidFill>
                <a:latin typeface="+mn-lt"/>
              </a:rPr>
              <a:t>Playwright:  Execution Core</a:t>
            </a:r>
          </a:p>
          <a:p>
            <a:r>
              <a:rPr lang="en-US" sz="850">
                <a:solidFill>
                  <a:schemeClr val="tx1"/>
                </a:solidFill>
                <a:latin typeface="+mn-lt"/>
              </a:rPr>
              <a:t>Deterministic, parallel browser automation with auto-waiting and trace capture. Python (</a:t>
            </a:r>
            <a:r>
              <a:rPr lang="en-US" sz="850" err="1">
                <a:solidFill>
                  <a:schemeClr val="tx1"/>
                </a:solidFill>
                <a:latin typeface="+mn-lt"/>
              </a:rPr>
              <a:t>pytest-bdd</a:t>
            </a:r>
            <a:r>
              <a:rPr lang="en-US" sz="850">
                <a:solidFill>
                  <a:schemeClr val="tx1"/>
                </a:solidFill>
                <a:latin typeface="+mn-lt"/>
              </a:rPr>
              <a:t>) and TypeScript variants. Page Object Model at screen-level; matches Jackson's existing testing approach. Runs on Jackson Azure / on-prem agents.</a:t>
            </a:r>
          </a:p>
          <a:p>
            <a:endParaRPr lang="en-US" sz="850">
              <a:solidFill>
                <a:schemeClr val="tx1"/>
              </a:solidFill>
              <a:latin typeface="+mn-lt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en-US" sz="900">
              <a:latin typeface="+mn-lt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6C69B67-FA9E-EB09-4D6F-87B596A2F357}"/>
              </a:ext>
            </a:extLst>
          </p:cNvPr>
          <p:cNvSpPr/>
          <p:nvPr/>
        </p:nvSpPr>
        <p:spPr>
          <a:xfrm>
            <a:off x="340119" y="3481330"/>
            <a:ext cx="1402826" cy="2723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Azure DevOps CI/CD Pipelines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50A8DC5-649E-5E1E-1F36-7F7B7CBB3BE5}"/>
              </a:ext>
            </a:extLst>
          </p:cNvPr>
          <p:cNvSpPr/>
          <p:nvPr/>
        </p:nvSpPr>
        <p:spPr>
          <a:xfrm>
            <a:off x="1878467" y="3481330"/>
            <a:ext cx="1322266" cy="2723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 err="1">
                <a:solidFill>
                  <a:schemeClr val="tx1"/>
                </a:solidFill>
              </a:rPr>
              <a:t>HashiCorp</a:t>
            </a:r>
            <a:r>
              <a:rPr lang="en-US" sz="600" b="1">
                <a:solidFill>
                  <a:schemeClr val="tx1"/>
                </a:solidFill>
              </a:rPr>
              <a:t> Vault + CyberArk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BDE22C0-51E4-79F7-B861-263B1F4734D6}"/>
              </a:ext>
            </a:extLst>
          </p:cNvPr>
          <p:cNvSpPr/>
          <p:nvPr/>
        </p:nvSpPr>
        <p:spPr>
          <a:xfrm>
            <a:off x="3336255" y="3481330"/>
            <a:ext cx="1322265" cy="2723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Jira-Xray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03F9211-D690-5E94-006B-F071E64A9CAF}"/>
              </a:ext>
            </a:extLst>
          </p:cNvPr>
          <p:cNvSpPr/>
          <p:nvPr/>
        </p:nvSpPr>
        <p:spPr>
          <a:xfrm>
            <a:off x="4794042" y="3481330"/>
            <a:ext cx="1322265" cy="2723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chemeClr val="tx1"/>
                </a:solidFill>
              </a:rPr>
              <a:t>Allure + Power BI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5A4D5F6-7B85-4717-3750-091E0F6CC893}"/>
              </a:ext>
            </a:extLst>
          </p:cNvPr>
          <p:cNvSpPr/>
          <p:nvPr/>
        </p:nvSpPr>
        <p:spPr>
          <a:xfrm>
            <a:off x="2148073" y="3997933"/>
            <a:ext cx="2293035" cy="210417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Playwright</a:t>
            </a:r>
            <a:r>
              <a:rPr lang="en-US" sz="600" b="1">
                <a:solidFill>
                  <a:srgbClr val="C00000"/>
                </a:solidFill>
                <a:latin typeface="Calibri"/>
              </a:rPr>
              <a:t> Execution Runners</a:t>
            </a:r>
          </a:p>
          <a:p>
            <a:pPr algn="ctr"/>
            <a:r>
              <a:rPr lang="en-US" sz="600">
                <a:solidFill>
                  <a:srgbClr val="1A1A1A"/>
                </a:solidFill>
                <a:latin typeface="Calibri"/>
              </a:rPr>
              <a:t>Parallel headless execution on Azure / On-Prem agents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6B5EDF5B-7026-19CF-834A-5F39EB23BE3D}"/>
              </a:ext>
            </a:extLst>
          </p:cNvPr>
          <p:cNvSpPr/>
          <p:nvPr/>
        </p:nvSpPr>
        <p:spPr>
          <a:xfrm>
            <a:off x="5054631" y="448751"/>
            <a:ext cx="651752" cy="182202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="1">
              <a:solidFill>
                <a:srgbClr val="0B2E4F"/>
              </a:solidFill>
              <a:latin typeface="Calibri"/>
            </a:endParaRPr>
          </a:p>
          <a:p>
            <a:pPr algn="ctr"/>
            <a:r>
              <a:rPr lang="en-US" sz="500">
                <a:solidFill>
                  <a:srgbClr val="2B2B2B"/>
                </a:solidFill>
                <a:latin typeface="Calibri"/>
              </a:rPr>
              <a:t>Existing Jackson Systems</a:t>
            </a:r>
          </a:p>
          <a:p>
            <a:pPr algn="ctr"/>
            <a:endParaRPr sz="60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0D6F7FD2-A210-E385-398D-5644A4848EE5}"/>
              </a:ext>
            </a:extLst>
          </p:cNvPr>
          <p:cNvSpPr/>
          <p:nvPr/>
        </p:nvSpPr>
        <p:spPr>
          <a:xfrm>
            <a:off x="5756208" y="449267"/>
            <a:ext cx="687900" cy="182202"/>
          </a:xfrm>
          <a:prstGeom prst="roundRect">
            <a:avLst>
              <a:gd name="adj" fmla="val 10000"/>
            </a:avLst>
          </a:prstGeom>
          <a:solidFill>
            <a:srgbClr val="39052D"/>
          </a:solidFill>
          <a:ln w="19050">
            <a:solidFill>
              <a:srgbClr val="390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r>
              <a:rPr lang="en-US" sz="500">
                <a:solidFill>
                  <a:schemeClr val="bg1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745181D-0A99-FF17-9DF4-325166AB17B6}"/>
              </a:ext>
            </a:extLst>
          </p:cNvPr>
          <p:cNvSpPr/>
          <p:nvPr/>
        </p:nvSpPr>
        <p:spPr>
          <a:xfrm>
            <a:off x="3511146" y="2633587"/>
            <a:ext cx="2812937" cy="30720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8055" bIns="28055" rtlCol="0" anchor="ctr"/>
          <a:lstStyle/>
          <a:p>
            <a:pPr algn="ctr"/>
            <a:r>
              <a:rPr lang="en-US" sz="600" b="1">
                <a:solidFill>
                  <a:srgbClr val="C00000"/>
                </a:solidFill>
              </a:rPr>
              <a:t>AI Test Maintenance Agent*</a:t>
            </a:r>
          </a:p>
          <a:p>
            <a:pPr algn="ctr"/>
            <a:r>
              <a:rPr lang="en-US" sz="600">
                <a:solidFill>
                  <a:srgbClr val="1A1A1A"/>
                </a:solidFill>
              </a:rPr>
              <a:t>Agent analyzes code base for changes to existing test cases and automation scripts and updates them automatically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0EAAB-BD94-EAE2-AC04-CE8D897F2118}"/>
              </a:ext>
            </a:extLst>
          </p:cNvPr>
          <p:cNvSpPr txBox="1"/>
          <p:nvPr/>
        </p:nvSpPr>
        <p:spPr>
          <a:xfrm>
            <a:off x="6874957" y="4126625"/>
            <a:ext cx="2134422" cy="243143"/>
          </a:xfrm>
          <a:prstGeom prst="rect">
            <a:avLst/>
          </a:prstGeom>
          <a:noFill/>
          <a:ln w="9525">
            <a:noFill/>
          </a:ln>
        </p:spPr>
        <p:txBody>
          <a:bodyPr wrap="square" lIns="34290" tIns="13716" rIns="34290" bIns="13716" anchor="ctr">
            <a:spAutoFit/>
          </a:bodyPr>
          <a:lstStyle/>
          <a:p>
            <a:r>
              <a:rPr lang="en-US" sz="700">
                <a:solidFill>
                  <a:srgbClr val="C00000"/>
                </a:solidFill>
              </a:rPr>
              <a:t>* </a:t>
            </a:r>
            <a:r>
              <a:rPr lang="en-US" sz="700">
                <a:solidFill>
                  <a:srgbClr val="1A1A1A"/>
                </a:solidFill>
              </a:rPr>
              <a:t>Please note ”AI Test Maintenance Agent” is now part of the Phase 1 scope and engagement.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7F3B279-2E28-AF45-77EB-E6E51A12582E}"/>
              </a:ext>
            </a:extLst>
          </p:cNvPr>
          <p:cNvSpPr txBox="1">
            <a:spLocks/>
          </p:cNvSpPr>
          <p:nvPr/>
        </p:nvSpPr>
        <p:spPr>
          <a:xfrm>
            <a:off x="228599" y="228600"/>
            <a:ext cx="2880000" cy="146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600" b="0" i="0" kern="1200" cap="all" spc="180" baseline="0" dirty="0" smtClean="0">
                <a:solidFill>
                  <a:schemeClr val="accent5">
                    <a:alpha val="65000"/>
                  </a:schemeClr>
                </a:solidFill>
                <a:latin typeface="Nunito Sans" pitchFamily="2" charset="77"/>
                <a:ea typeface="+mn-ea"/>
                <a:cs typeface="+mn-cs"/>
              </a:defRPr>
            </a:lvl1pPr>
            <a:lvl2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None/>
              <a:tabLst/>
              <a:defRPr lang="en-US" sz="1100" b="0" i="0" kern="1200" cap="none" spc="0" baseline="0" dirty="0" smtClean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None/>
              <a:tabLst/>
              <a:defRPr lang="en-US" sz="1100" b="0" i="0" kern="1200" cap="none" spc="0" baseline="0" dirty="0">
                <a:solidFill>
                  <a:schemeClr val="accent5">
                    <a:alpha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3307136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3906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E94F0-E9AA-6616-AA4D-D6D45084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9E2CBB2-04D2-CEA1-672C-66CF44F96C3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BF510BE-9BFB-7A9E-685D-326103C6514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28600" y="1057782"/>
            <a:ext cx="659636" cy="3162402"/>
          </a:xfrm>
        </p:spPr>
        <p:txBody>
          <a:bodyPr/>
          <a:lstStyle/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01</a:t>
            </a:r>
          </a:p>
          <a:p>
            <a:r>
              <a:rPr lang="en-US" sz="1800" b="1">
                <a:solidFill>
                  <a:schemeClr val="bg1">
                    <a:alpha val="90000"/>
                  </a:schemeClr>
                </a:solidFill>
              </a:rPr>
              <a:t>02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A88151-5161-F87E-C783-F9B27969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A1C666E-EF4C-CAFE-44E7-B1EC3B14A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5123" y="1057782"/>
            <a:ext cx="7659604" cy="3162402"/>
          </a:xfrm>
        </p:spPr>
        <p:txBody>
          <a:bodyPr/>
          <a:lstStyle/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The Opportunity &amp; Proposed Solution Recap</a:t>
            </a:r>
          </a:p>
          <a:p>
            <a:r>
              <a:rPr lang="en-US" sz="1800" b="1"/>
              <a:t>Proposed Proof of Concept 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202028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90CB-CDE7-ACD4-229D-EFE73223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F72BE-3E2A-D05B-7D3F-A29FB744EE5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chemeClr val="tx1"/>
                </a:solidFill>
              </a:rPr>
              <a:t>Proposed Proof of Concept (POC)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61743-C858-47F6-4FC8-BB863AEEBEB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POC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924A0-5414-6528-1972-B061E8C4CD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26183" y="923798"/>
            <a:ext cx="8691633" cy="1263905"/>
          </a:xfrm>
        </p:spPr>
        <p:txBody>
          <a:bodyPr/>
          <a:lstStyle/>
          <a:p>
            <a:r>
              <a:rPr lang="en-US" sz="900">
                <a:solidFill>
                  <a:schemeClr val="tx1"/>
                </a:solidFill>
              </a:rPr>
              <a:t>Before moving forward with the full implementation to achieve the “North Star” architecture, we are conducing a POC aimed to demonstrate AI-driven change detection and test authoring within Jackson’s existing environment, using one the AEO websites experience. The POC will validate three core capabilities from the proposed solution: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Change Detection Agent identifies UI changes by comparing baseline and updated  states, then determines whether the change is expected or unexpected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Test Authoring Agent creates or updates the corresponding test case and generates a Playwright script for execution</a:t>
            </a:r>
          </a:p>
          <a:p>
            <a:r>
              <a:rPr lang="en-US" sz="900">
                <a:solidFill>
                  <a:schemeClr val="tx1"/>
                </a:solidFill>
              </a:rPr>
              <a:t>The demonstration will run for 1 week, leveraging Bounteous’ Cursor, keeping the POC grounded in the AI tool that the Jackson teams typically 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117B7-4C7D-D63A-BDC7-4082A82DD9B7}"/>
              </a:ext>
            </a:extLst>
          </p:cNvPr>
          <p:cNvSpPr/>
          <p:nvPr/>
        </p:nvSpPr>
        <p:spPr>
          <a:xfrm>
            <a:off x="0" y="2060482"/>
            <a:ext cx="9144000" cy="3083018"/>
          </a:xfrm>
          <a:prstGeom prst="rect">
            <a:avLst/>
          </a:prstGeom>
          <a:solidFill>
            <a:srgbClr val="E2D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BD1CB29-E994-0375-D358-5EAFE8671B69}"/>
              </a:ext>
            </a:extLst>
          </p:cNvPr>
          <p:cNvSpPr txBox="1">
            <a:spLocks/>
          </p:cNvSpPr>
          <p:nvPr/>
        </p:nvSpPr>
        <p:spPr>
          <a:xfrm>
            <a:off x="226183" y="2180910"/>
            <a:ext cx="5252722" cy="29625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3716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2pPr>
            <a:lvl3pPr marL="27432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3pPr>
            <a:lvl4pPr marL="41148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4pPr>
            <a:lvl5pPr marL="54864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POC Steps:</a:t>
            </a:r>
            <a:endParaRPr lang="en-US" sz="900">
              <a:solidFill>
                <a:schemeClr val="tx1"/>
              </a:solidFill>
            </a:endParaRP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Jackson will provide a test case for an existing page/feature on 1 AEO platform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Bounteous to create an automated test script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AI solution executes the test case successfully against the “before” state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Jackson deploys a wanted and an unwanted change to the page/feature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AI solution executes the test case successfully against the “after” states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The AI solution correctly identifies the changes on the selected AEO page (“Change Defection Agent”)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The AI solution flags both changes for manual confirmation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Upon manual confirmation:</a:t>
            </a:r>
          </a:p>
          <a:p>
            <a:pPr marL="445770" lvl="2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 AI updates the test case to reflect the wanted change (“Self-Healing”)</a:t>
            </a:r>
          </a:p>
          <a:p>
            <a:pPr marL="445770" lvl="2" indent="-17145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900">
                <a:solidFill>
                  <a:schemeClr val="tx1"/>
                </a:solidFill>
              </a:rPr>
              <a:t>AI writes a defect on Playwright for the unwanted change (“Test Authoring Agent”)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01FB4BD-845D-C1EA-7BFA-903CB85634CD}"/>
              </a:ext>
            </a:extLst>
          </p:cNvPr>
          <p:cNvSpPr txBox="1">
            <a:spLocks/>
          </p:cNvSpPr>
          <p:nvPr/>
        </p:nvSpPr>
        <p:spPr>
          <a:xfrm>
            <a:off x="5979381" y="2330007"/>
            <a:ext cx="2903555" cy="24407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3716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2pPr>
            <a:lvl3pPr marL="27432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3pPr>
            <a:lvl4pPr marL="41148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4pPr>
            <a:lvl5pPr marL="54864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Deliverables: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Recorded video walkthrough of the POC with voiceover / description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Short summary write-up documenting what was demonstrated and how</a:t>
            </a: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endParaRPr lang="en-US" sz="900">
              <a:solidFill>
                <a:schemeClr val="tx1"/>
              </a:solidFill>
            </a:endParaRPr>
          </a:p>
          <a:p>
            <a:r>
              <a:rPr lang="en-US" sz="900" b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Out of Scope: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Backend / API-layer changes — POC is frontend-only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Xray integration — Excel export is sufficient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Committed accuracy or coverage percentages — POC is a demonstration</a:t>
            </a: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900">
              <a:solidFill>
                <a:schemeClr val="tx1"/>
              </a:solidFill>
            </a:endParaRP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endParaRPr lang="en-US" sz="900">
              <a:solidFill>
                <a:schemeClr val="tx1"/>
              </a:solidFill>
            </a:endParaRPr>
          </a:p>
          <a:p>
            <a:pPr marL="171450" indent="-171450">
              <a:buClr>
                <a:srgbClr val="C00000"/>
              </a:buClr>
              <a:buFont typeface="Wingdings" pitchFamily="2" charset="2"/>
              <a:buChar char="ü"/>
            </a:pPr>
            <a:endParaRPr lang="en-US" sz="900">
              <a:solidFill>
                <a:schemeClr val="tx1"/>
              </a:solidFill>
            </a:endParaRPr>
          </a:p>
          <a:p>
            <a:pPr marL="171450" indent="-1714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295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6B5E-6171-FAD8-F70D-833FC028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E968D0-33CE-F5DE-520B-E96275AEFD72}"/>
              </a:ext>
            </a:extLst>
          </p:cNvPr>
          <p:cNvSpPr/>
          <p:nvPr/>
        </p:nvSpPr>
        <p:spPr>
          <a:xfrm>
            <a:off x="1210374" y="1446497"/>
            <a:ext cx="3178747" cy="3014186"/>
          </a:xfrm>
          <a:prstGeom prst="rect">
            <a:avLst/>
          </a:prstGeom>
          <a:solidFill>
            <a:srgbClr val="E2D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SzPct val="110000"/>
            </a:pPr>
            <a:r>
              <a:rPr lang="en-US" sz="900" b="1">
                <a:solidFill>
                  <a:srgbClr val="C00000"/>
                </a:solidFill>
              </a:rPr>
              <a:t>Access to Environments &amp; Tooling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Access to a lower / UAT environment for the selected AOE platform (not production)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Jira access to view requirements and test cases for the selected page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Access to any existing Playwright code base (if applicable) to build on top of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Screen recording tool provisioned within the VDI (or Jackson team member on invite to record — per VDI restrictions)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InfoSec approvals needed for the POC scope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BDC609-76C7-4315-2081-B27D2D69FA8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chemeClr val="tx1"/>
                </a:solidFill>
              </a:rPr>
              <a:t>Required Access &amp; Information from Jackson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79761-CE87-DE26-C62B-05AD3E6D319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POC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391B6-6EC9-6498-7D9E-89CCCEDEA10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26183" y="1027607"/>
            <a:ext cx="8691633" cy="146050"/>
          </a:xfrm>
        </p:spPr>
        <p:txBody>
          <a:bodyPr/>
          <a:lstStyle/>
          <a:p>
            <a:r>
              <a:rPr lang="en-US" sz="900">
                <a:solidFill>
                  <a:schemeClr val="tx1"/>
                </a:solidFill>
              </a:rPr>
              <a:t>A successful POC requires everything below to be in place before Day 1. All access, environment, and tooling items are Jackson-owned.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4E199-774A-3881-22B7-589CC4F8509C}"/>
              </a:ext>
            </a:extLst>
          </p:cNvPr>
          <p:cNvSpPr/>
          <p:nvPr/>
        </p:nvSpPr>
        <p:spPr>
          <a:xfrm>
            <a:off x="4629431" y="1446497"/>
            <a:ext cx="3178747" cy="3014186"/>
          </a:xfrm>
          <a:prstGeom prst="rect">
            <a:avLst/>
          </a:prstGeom>
          <a:solidFill>
            <a:srgbClr val="E2D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20000"/>
              </a:lnSpc>
              <a:spcAft>
                <a:spcPts val="600"/>
              </a:spcAft>
              <a:buClr>
                <a:schemeClr val="accent3"/>
              </a:buClr>
              <a:buSzPct val="110000"/>
            </a:pPr>
            <a:r>
              <a:rPr lang="en-US" sz="900" b="1">
                <a:solidFill>
                  <a:srgbClr val="C00000"/>
                </a:solidFill>
              </a:rPr>
              <a:t>Information &amp; Support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Selection of one AOE platform and 1 page/feature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Baseline requirements for the selected page (current state)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Existing test cases or scenarios for the selected page (if available)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Two planned page changes: one announced (expected) and one unannounced (unexpected)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tx1"/>
                </a:solidFill>
                <a:latin typeface="Nunito Sans Light" pitchFamily="2" charset="77"/>
              </a:rPr>
              <a:t>Jackson stakeholders available for demo playback and Q&amp;A at close of POC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BE79B-A15A-6248-6F38-A4DD0C881F5C}"/>
              </a:ext>
            </a:extLst>
          </p:cNvPr>
          <p:cNvSpPr txBox="1"/>
          <p:nvPr/>
        </p:nvSpPr>
        <p:spPr>
          <a:xfrm>
            <a:off x="6925586" y="143123"/>
            <a:ext cx="183675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WIP</a:t>
            </a:r>
          </a:p>
        </p:txBody>
      </p:sp>
    </p:spTree>
    <p:extLst>
      <p:ext uri="{BB962C8B-B14F-4D97-AF65-F5344CB8AC3E}">
        <p14:creationId xmlns:p14="http://schemas.microsoft.com/office/powerpoint/2010/main" val="331147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3906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15982-EAA3-4B14-2419-BE1EFEF3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1394EFE-976F-C8ED-6EDF-DA1E70DDF00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819BDDE-114E-F813-2108-93188021EAF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28600" y="1057782"/>
            <a:ext cx="659636" cy="3162402"/>
          </a:xfrm>
        </p:spPr>
        <p:txBody>
          <a:bodyPr/>
          <a:lstStyle/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01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02</a:t>
            </a:r>
          </a:p>
          <a:p>
            <a:r>
              <a:rPr lang="en-US" sz="1800" b="1">
                <a:solidFill>
                  <a:schemeClr val="bg1">
                    <a:alpha val="90000"/>
                  </a:schemeClr>
                </a:solidFill>
              </a:rPr>
              <a:t>03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AC3F6C-1D67-6477-DEEA-2E5C432F1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37813"/>
            <a:ext cx="756000" cy="12489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EA20026-0284-B500-A942-23BD933FA6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5123" y="1057782"/>
            <a:ext cx="7659604" cy="3162402"/>
          </a:xfrm>
        </p:spPr>
        <p:txBody>
          <a:bodyPr/>
          <a:lstStyle/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The Opportunity &amp; Proposed Solution Recap</a:t>
            </a:r>
          </a:p>
          <a:p>
            <a:r>
              <a:rPr lang="en-US" sz="1800">
                <a:solidFill>
                  <a:schemeClr val="bg1">
                    <a:alpha val="50000"/>
                  </a:schemeClr>
                </a:solidFill>
              </a:rPr>
              <a:t>Proposed Proof of Concept </a:t>
            </a:r>
          </a:p>
          <a:p>
            <a:r>
              <a:rPr lang="en-US" sz="1800" b="1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07507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64A9-7E14-31F7-77F4-669C412E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7159FC-5696-F293-2298-45C3CF0380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chemeClr val="tx1"/>
                </a:solidFill>
              </a:rPr>
              <a:t>Proposed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2946B-17AD-F4C9-26AB-BCCD76A2328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AB6EE-5864-D894-D409-6FD0CB81721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26183" y="1027607"/>
            <a:ext cx="8691633" cy="3417172"/>
          </a:xfrm>
        </p:spPr>
        <p:txBody>
          <a:bodyPr/>
          <a:lstStyle/>
          <a:p>
            <a:endParaRPr lang="en-US" sz="900">
              <a:solidFill>
                <a:schemeClr val="tx1"/>
              </a:solidFill>
            </a:endParaRPr>
          </a:p>
          <a:p>
            <a:pPr marL="171450" indent="-171450"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en-US" sz="1100">
                <a:solidFill>
                  <a:schemeClr val="tx1"/>
                </a:solidFill>
              </a:rPr>
              <a:t>Jackson to confirm the POC scope &amp; approach – Today</a:t>
            </a:r>
          </a:p>
          <a:p>
            <a:pPr marL="171450" indent="-171450"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en-US" sz="1100">
                <a:solidFill>
                  <a:schemeClr val="tx1"/>
                </a:solidFill>
              </a:rPr>
              <a:t>Bounteous and Jackson agree on the 2 page changes (expected + unexpected) – Targeted for early next week</a:t>
            </a:r>
          </a:p>
          <a:p>
            <a:pPr marL="171450" indent="-171450"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en-US" sz="1100">
                <a:solidFill>
                  <a:schemeClr val="tx1"/>
                </a:solidFill>
              </a:rPr>
              <a:t>Jackson completes access, VDI, Cursor licenses, and screen recording provisioning – Targeted for early-mid next week</a:t>
            </a:r>
          </a:p>
          <a:p>
            <a:pPr marL="171450" indent="-171450">
              <a:buClr>
                <a:srgbClr val="C00000"/>
              </a:buClr>
              <a:buSzPct val="100000"/>
              <a:buFont typeface="Wingdings" pitchFamily="2" charset="2"/>
              <a:buChar char="q"/>
            </a:pPr>
            <a:r>
              <a:rPr lang="en-US" sz="1100">
                <a:solidFill>
                  <a:schemeClr val="tx1"/>
                </a:solidFill>
              </a:rPr>
              <a:t>Joint POC kickoff – Targeted for mid to late next week</a:t>
            </a:r>
          </a:p>
          <a:p>
            <a:endParaRPr 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812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3F9147-5714-DF55-61BB-0DF9F30E8FB1}"/>
              </a:ext>
            </a:extLst>
          </p:cNvPr>
          <p:cNvSpPr>
            <a:spLocks noGrp="1"/>
          </p:cNvSpPr>
          <p:nvPr>
            <p:ph sz="quarter" idx="33"/>
          </p:nvPr>
        </p:nvSpPr>
        <p:spPr/>
        <p:txBody>
          <a:bodyPr/>
          <a:lstStyle/>
          <a:p>
            <a:r>
              <a:rPr lang="en-US"/>
              <a:t>Zubin Dhingra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ADCB-5BCC-71A0-9F56-C13B98AB48A3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r>
              <a:rPr lang="en-US"/>
              <a:t>Head of FS, NA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AD666-E9E9-F4EE-0F04-6A8EBBDECA64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r>
              <a:rPr lang="en-US" err="1"/>
              <a:t>zubin.dhingra@bounteous.com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3CC478-68A5-B215-202E-14A52E6BA00A}"/>
              </a:ext>
            </a:extLst>
          </p:cNvPr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r>
              <a:rPr lang="en-US"/>
              <a:t>Josh Marcus-Donnelly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2A397-3F36-6FD5-5023-3AE7AE690DE0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r>
              <a:rPr lang="en-US"/>
              <a:t>VP, Growth (Jackson)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960FC6-B893-9B8E-EDE8-EF6034D5B3D7}"/>
              </a:ext>
            </a:extLst>
          </p:cNvPr>
          <p:cNvSpPr>
            <a:spLocks noGrp="1"/>
          </p:cNvSpPr>
          <p:nvPr>
            <p:ph sz="quarter" idx="40"/>
          </p:nvPr>
        </p:nvSpPr>
        <p:spPr/>
        <p:txBody>
          <a:bodyPr/>
          <a:lstStyle/>
          <a:p>
            <a:r>
              <a:rPr lang="en-US"/>
              <a:t>201.657.0402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9B4333-2A7D-B387-34AB-E97421906BAF}"/>
              </a:ext>
            </a:extLst>
          </p:cNvPr>
          <p:cNvSpPr>
            <a:spLocks noGrp="1"/>
          </p:cNvSpPr>
          <p:nvPr>
            <p:ph sz="quarter" idx="41"/>
          </p:nvPr>
        </p:nvSpPr>
        <p:spPr/>
        <p:txBody>
          <a:bodyPr/>
          <a:lstStyle/>
          <a:p>
            <a:r>
              <a:rPr lang="en-US" err="1"/>
              <a:t>josh.marcusdonnelly@bounteous.com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6ACC89-9117-1977-2C2C-2EFBB109F23A}"/>
              </a:ext>
            </a:extLst>
          </p:cNvPr>
          <p:cNvSpPr>
            <a:spLocks noGrp="1"/>
          </p:cNvSpPr>
          <p:nvPr>
            <p:ph sz="quarter" idx="42"/>
          </p:nvPr>
        </p:nvSpPr>
        <p:spPr/>
        <p:txBody>
          <a:bodyPr/>
          <a:lstStyle/>
          <a:p>
            <a:r>
              <a:rPr lang="en-US"/>
              <a:t>440.668.3424</a:t>
            </a:r>
          </a:p>
        </p:txBody>
      </p:sp>
    </p:spTree>
    <p:extLst>
      <p:ext uri="{BB962C8B-B14F-4D97-AF65-F5344CB8AC3E}">
        <p14:creationId xmlns:p14="http://schemas.microsoft.com/office/powerpoint/2010/main" val="3494560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A975-5168-931A-0915-14A04034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5316F-26A1-743F-6F7F-306CB8D73B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Proposed solution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EB0DDB6-32B2-9DF5-71E2-B9D27145F8C4}"/>
              </a:ext>
            </a:extLst>
          </p:cNvPr>
          <p:cNvSpPr txBox="1">
            <a:spLocks/>
          </p:cNvSpPr>
          <p:nvPr/>
        </p:nvSpPr>
        <p:spPr>
          <a:xfrm>
            <a:off x="4982684" y="2753426"/>
            <a:ext cx="3840947" cy="8869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lang="en-US" sz="1000" b="0" i="0" kern="1200" baseline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2pPr>
            <a:lvl3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3pPr>
            <a:lvl4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4pPr>
            <a:lvl5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BA287D5-F891-6225-C358-C309A2BE4F6F}"/>
              </a:ext>
            </a:extLst>
          </p:cNvPr>
          <p:cNvSpPr txBox="1">
            <a:spLocks/>
          </p:cNvSpPr>
          <p:nvPr/>
        </p:nvSpPr>
        <p:spPr>
          <a:xfrm>
            <a:off x="150141" y="428259"/>
            <a:ext cx="4612689" cy="380409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10000"/>
              <a:buFontTx/>
              <a:buNone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13716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2pPr>
            <a:lvl3pPr marL="27432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3pPr>
            <a:lvl4pPr marL="41148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4pPr>
            <a:lvl5pPr marL="548640" indent="-13716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000" b="0" i="0" kern="1200" baseline="0" dirty="0">
                <a:solidFill>
                  <a:schemeClr val="tx2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200">
                <a:solidFill>
                  <a:schemeClr val="tx1"/>
                </a:solidFill>
                <a:latin typeface="Nunito Sans ExtraLight" pitchFamily="2" charset="77"/>
                <a:ea typeface="+mn-ea"/>
                <a:cs typeface="+mn-cs"/>
              </a:rPr>
              <a:t>Bounteous’ Agentic QA Framework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38F2AA-2AE9-E392-ECDD-AB5D3CD1C719}"/>
              </a:ext>
            </a:extLst>
          </p:cNvPr>
          <p:cNvSpPr txBox="1">
            <a:spLocks/>
          </p:cNvSpPr>
          <p:nvPr/>
        </p:nvSpPr>
        <p:spPr>
          <a:xfrm>
            <a:off x="4978485" y="1127835"/>
            <a:ext cx="3988849" cy="46321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ct val="110000"/>
              <a:buFontTx/>
              <a:buNone/>
              <a:tabLst/>
              <a:defRPr lang="en-US" sz="1000" b="0" i="0" kern="1200" baseline="0">
                <a:solidFill>
                  <a:schemeClr val="bg1"/>
                </a:solidFill>
                <a:latin typeface="Nunito Sans Light" pitchFamily="2" charset="77"/>
                <a:ea typeface="Nunito Sans Light" pitchFamily="2" charset="77"/>
                <a:cs typeface="Nunito Sans Light" pitchFamily="2" charset="77"/>
              </a:defRPr>
            </a:lvl1pPr>
            <a:lvl2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2pPr>
            <a:lvl3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80000"/>
              <a:buFont typeface="Nunito Sans Black" panose="00000A00000000000000" pitchFamily="2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3pPr>
            <a:lvl4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4pPr>
            <a:lvl5pPr marL="0" indent="-137160" algn="l" defTabSz="4572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ct val="75000"/>
              <a:buFont typeface="Arial" charset="0"/>
              <a:buChar char="•"/>
              <a:tabLst/>
              <a:defRPr lang="en-US" sz="1600" b="0" i="0" kern="1200" baseline="0">
                <a:solidFill>
                  <a:srgbClr val="372884"/>
                </a:solidFill>
                <a:latin typeface="Nunito Sans" pitchFamily="2" charset="77"/>
                <a:ea typeface="Nunito Sans Light" pitchFamily="2" charset="77"/>
                <a:cs typeface="Nunito Sans Light" pitchFamily="2" charset="77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Bounteous’ Agentic QA Framework </a:t>
            </a:r>
          </a:p>
          <a:p>
            <a:r>
              <a:rPr lang="en-US" sz="850">
                <a:solidFill>
                  <a:schemeClr val="tx1"/>
                </a:solidFill>
                <a:latin typeface="+mn-lt"/>
              </a:rPr>
              <a:t>A reusable scaffold that turns Claude Code into a professional manual test case &amp; automation test case generator.</a:t>
            </a:r>
          </a:p>
          <a:p>
            <a:r>
              <a:rPr lang="en-US" sz="850" b="1">
                <a:solidFill>
                  <a:schemeClr val="tx1"/>
                </a:solidFill>
                <a:latin typeface="+mn-lt"/>
              </a:rPr>
              <a:t>What it does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Generates structured, executable manual test cases through conversational prompts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Supports 8 test types: Functional, Accessibility (WCAG 2.2), API, CMS Authoring, Regression, Smoke, Integration, Security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Exports to TestRail, Zephyr Scale, Xray, </a:t>
            </a:r>
            <a:r>
              <a:rPr lang="en-US" sz="850" err="1">
                <a:solidFill>
                  <a:schemeClr val="tx1"/>
                </a:solidFill>
                <a:latin typeface="+mn-lt"/>
              </a:rPr>
              <a:t>AgileTest</a:t>
            </a:r>
            <a:r>
              <a:rPr lang="en-US" sz="850">
                <a:solidFill>
                  <a:schemeClr val="tx1"/>
                </a:solidFill>
                <a:latin typeface="+mn-lt"/>
              </a:rPr>
              <a:t>, CSV, Markdown, or JSON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Reviews existing test cases and produces enhanced versions with diplomatic, client-ready framing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Ingests context from JIRA tickets, PRs, codebases, Figma, </a:t>
            </a:r>
            <a:r>
              <a:rPr lang="en-US" sz="850" err="1">
                <a:solidFill>
                  <a:schemeClr val="tx1"/>
                </a:solidFill>
                <a:latin typeface="+mn-lt"/>
              </a:rPr>
              <a:t>OpenAPI</a:t>
            </a:r>
            <a:r>
              <a:rPr lang="en-US" sz="850">
                <a:solidFill>
                  <a:schemeClr val="tx1"/>
                </a:solidFill>
                <a:latin typeface="+mn-lt"/>
              </a:rPr>
              <a:t> specs, live URLs, and screenshots then references it across multiple TC generations</a:t>
            </a:r>
          </a:p>
          <a:p>
            <a:pPr marL="171450" indent="-171450">
              <a:spcBef>
                <a:spcPts val="6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50">
                <a:solidFill>
                  <a:schemeClr val="tx1"/>
                </a:solidFill>
                <a:latin typeface="+mn-lt"/>
              </a:rPr>
              <a:t>Creates automated test scripts using Playwright to be executed during regression testing</a:t>
            </a:r>
          </a:p>
          <a:p>
            <a:pPr>
              <a:buClr>
                <a:srgbClr val="C00000"/>
              </a:buClr>
              <a:buSzPct val="100000"/>
            </a:pPr>
            <a:endParaRPr lang="en-US" sz="850">
              <a:solidFill>
                <a:schemeClr val="tx1"/>
              </a:solidFill>
              <a:latin typeface="+mn-lt"/>
            </a:endParaRPr>
          </a:p>
          <a:p>
            <a:endParaRPr lang="en-US"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800">
              <a:latin typeface="+mn-lt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A68CDC-D31C-96E8-038C-489143409D4A}"/>
              </a:ext>
            </a:extLst>
          </p:cNvPr>
          <p:cNvSpPr/>
          <p:nvPr/>
        </p:nvSpPr>
        <p:spPr>
          <a:xfrm>
            <a:off x="192317" y="1241820"/>
            <a:ext cx="2107868" cy="1012475"/>
          </a:xfrm>
          <a:prstGeom prst="roundRect">
            <a:avLst>
              <a:gd name="adj" fmla="val 3000"/>
            </a:avLst>
          </a:prstGeom>
          <a:solidFill>
            <a:srgbClr val="EFEFE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chemeClr val="tx1"/>
                </a:solidFill>
                <a:latin typeface="Calibri"/>
              </a:rPr>
              <a:t>Synthetic Data Generator</a:t>
            </a:r>
          </a:p>
          <a:p>
            <a:pPr algn="ctr"/>
            <a:endParaRPr lang="en-US" sz="1000">
              <a:solidFill>
                <a:srgbClr val="2B2B2B"/>
              </a:solidFill>
              <a:latin typeface="Calibri"/>
            </a:endParaRPr>
          </a:p>
          <a:p>
            <a:pPr algn="ctr"/>
            <a:r>
              <a:rPr lang="en-US" sz="1000">
                <a:solidFill>
                  <a:srgbClr val="2B2B2B"/>
                </a:solidFill>
                <a:latin typeface="Calibri"/>
              </a:rPr>
              <a:t>Rules engine over Jackson's field schema
&amp; combinations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36245DA-B05E-3B8B-7104-ACE7C1A5136B}"/>
              </a:ext>
            </a:extLst>
          </p:cNvPr>
          <p:cNvSpPr/>
          <p:nvPr/>
        </p:nvSpPr>
        <p:spPr>
          <a:xfrm>
            <a:off x="2456664" y="1241820"/>
            <a:ext cx="2112264" cy="1012475"/>
          </a:xfrm>
          <a:prstGeom prst="roundRect">
            <a:avLst>
              <a:gd name="adj" fmla="val 3000"/>
            </a:avLst>
          </a:prstGeom>
          <a:solidFill>
            <a:srgbClr val="39052D"/>
          </a:solidFill>
          <a:ln w="279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r>
              <a:rPr lang="en-US" sz="1050" b="1">
                <a:solidFill>
                  <a:schemeClr val="bg1"/>
                </a:solidFill>
                <a:latin typeface="Calibri"/>
              </a:rPr>
              <a:t>Claude Code/AI Intelligence</a:t>
            </a:r>
          </a:p>
          <a:p>
            <a:pPr algn="ctr">
              <a:spcBef>
                <a:spcPts val="450"/>
              </a:spcBef>
            </a:pPr>
            <a:r>
              <a:rPr lang="en-US" sz="1000">
                <a:solidFill>
                  <a:schemeClr val="bg1"/>
                </a:solidFill>
                <a:latin typeface="Calibri"/>
              </a:rPr>
              <a:t>Sonnet 4.6+ Opus 4.7+Haiku 4.5</a:t>
            </a:r>
          </a:p>
          <a:p>
            <a:pPr algn="ctr">
              <a:spcBef>
                <a:spcPts val="450"/>
              </a:spcBef>
            </a:pPr>
            <a:r>
              <a:rPr lang="en-US" sz="1000">
                <a:solidFill>
                  <a:schemeClr val="bg1"/>
                </a:solidFill>
                <a:latin typeface="Calibri"/>
              </a:rPr>
              <a:t>Self-healing, Authoring , &amp; Form validation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0026711-3ED5-29EE-AB44-08217AD190C5}"/>
              </a:ext>
            </a:extLst>
          </p:cNvPr>
          <p:cNvSpPr/>
          <p:nvPr/>
        </p:nvSpPr>
        <p:spPr>
          <a:xfrm>
            <a:off x="192316" y="2814142"/>
            <a:ext cx="4376612" cy="810127"/>
          </a:xfrm>
          <a:prstGeom prst="roundRect">
            <a:avLst>
              <a:gd name="adj" fmla="val 3000"/>
            </a:avLst>
          </a:prstGeom>
          <a:solidFill>
            <a:srgbClr val="39052D"/>
          </a:solidFill>
          <a:ln w="279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Calibri"/>
              </a:rPr>
              <a:t>Playwright</a:t>
            </a:r>
          </a:p>
          <a:p>
            <a:pPr algn="ctr">
              <a:spcBef>
                <a:spcPts val="450"/>
              </a:spcBef>
            </a:pPr>
            <a:r>
              <a:rPr lang="en-US" sz="1050">
                <a:solidFill>
                  <a:schemeClr val="bg1"/>
                </a:solidFill>
                <a:latin typeface="Calibri"/>
              </a:rPr>
              <a:t>Headless parallel execution on Jackson Azure / On-Prem
Claude-powered self-healing on locator failures</a:t>
            </a:r>
          </a:p>
        </p:txBody>
      </p: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FACDB60F-D0BE-6CAC-0D0E-493E3806E12A}"/>
              </a:ext>
            </a:extLst>
          </p:cNvPr>
          <p:cNvCxnSpPr>
            <a:cxnSpLocks/>
          </p:cNvCxnSpPr>
          <p:nvPr/>
        </p:nvCxnSpPr>
        <p:spPr>
          <a:xfrm>
            <a:off x="3512796" y="2298045"/>
            <a:ext cx="0" cy="423485"/>
          </a:xfrm>
          <a:prstGeom prst="line">
            <a:avLst/>
          </a:prstGeom>
          <a:ln w="15875">
            <a:solidFill>
              <a:srgbClr val="39062D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8">
            <a:extLst>
              <a:ext uri="{FF2B5EF4-FFF2-40B4-BE49-F238E27FC236}">
                <a16:creationId xmlns:a16="http://schemas.microsoft.com/office/drawing/2014/main" id="{DF0DDD7E-F977-5001-C475-9DABEF6CC988}"/>
              </a:ext>
            </a:extLst>
          </p:cNvPr>
          <p:cNvCxnSpPr>
            <a:cxnSpLocks/>
          </p:cNvCxnSpPr>
          <p:nvPr/>
        </p:nvCxnSpPr>
        <p:spPr>
          <a:xfrm>
            <a:off x="1246251" y="2298045"/>
            <a:ext cx="0" cy="423485"/>
          </a:xfrm>
          <a:prstGeom prst="line">
            <a:avLst/>
          </a:prstGeom>
          <a:ln w="15875">
            <a:solidFill>
              <a:srgbClr val="39062D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857263F-5DA8-1D36-4837-02C5307D31BE}"/>
              </a:ext>
            </a:extLst>
          </p:cNvPr>
          <p:cNvSpPr/>
          <p:nvPr/>
        </p:nvSpPr>
        <p:spPr>
          <a:xfrm>
            <a:off x="192316" y="4167386"/>
            <a:ext cx="4376612" cy="810127"/>
          </a:xfrm>
          <a:prstGeom prst="roundRect">
            <a:avLst>
              <a:gd name="adj" fmla="val 3000"/>
            </a:avLst>
          </a:prstGeom>
          <a:solidFill>
            <a:srgbClr val="EFEFE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chemeClr val="tx1"/>
                </a:solidFill>
                <a:latin typeface="Calibri"/>
              </a:rPr>
              <a:t>Annuity Order Entry (AOE) Platforms</a:t>
            </a:r>
          </a:p>
          <a:p>
            <a:pPr algn="ctr"/>
            <a:endParaRPr lang="en-US" sz="1050" b="1">
              <a:solidFill>
                <a:schemeClr val="tx1"/>
              </a:solidFill>
              <a:latin typeface="Calibri"/>
            </a:endParaRPr>
          </a:p>
          <a:p>
            <a:pPr algn="ctr"/>
            <a:r>
              <a:rPr lang="en-US" sz="1000">
                <a:solidFill>
                  <a:srgbClr val="2B2B2B"/>
                </a:solidFill>
                <a:latin typeface="Calibri"/>
              </a:rPr>
              <a:t>AN4 (Zinnia)   +   Affirm (</a:t>
            </a:r>
            <a:r>
              <a:rPr lang="en-US" sz="1000" err="1">
                <a:solidFill>
                  <a:srgbClr val="2B2B2B"/>
                </a:solidFill>
                <a:latin typeface="Calibri"/>
              </a:rPr>
              <a:t>iPipeline</a:t>
            </a:r>
            <a:r>
              <a:rPr lang="en-US" sz="1000">
                <a:solidFill>
                  <a:srgbClr val="2B2B2B"/>
                </a:solidFill>
                <a:latin typeface="Calibri"/>
              </a:rPr>
              <a:t>)   +   Firelight Native (</a:t>
            </a:r>
            <a:r>
              <a:rPr lang="en-US" sz="1000" err="1">
                <a:solidFill>
                  <a:srgbClr val="2B2B2B"/>
                </a:solidFill>
                <a:latin typeface="Calibri"/>
              </a:rPr>
              <a:t>iCapital</a:t>
            </a:r>
            <a:r>
              <a:rPr lang="en-US" sz="1000">
                <a:solidFill>
                  <a:srgbClr val="2B2B2B"/>
                </a:solidFill>
                <a:latin typeface="Calibri"/>
              </a:rPr>
              <a:t>)   +  </a:t>
            </a:r>
          </a:p>
          <a:p>
            <a:pPr algn="ctr"/>
            <a:r>
              <a:rPr lang="en-US" sz="1000">
                <a:solidFill>
                  <a:srgbClr val="2B2B2B"/>
                </a:solidFill>
                <a:latin typeface="Calibri"/>
              </a:rPr>
              <a:t> Firelight Embedded (</a:t>
            </a:r>
            <a:r>
              <a:rPr lang="en-US" sz="1000" err="1">
                <a:solidFill>
                  <a:srgbClr val="2B2B2B"/>
                </a:solidFill>
                <a:latin typeface="Calibri"/>
              </a:rPr>
              <a:t>Jackson.com</a:t>
            </a:r>
            <a:r>
              <a:rPr lang="en-US" sz="1000">
                <a:solidFill>
                  <a:srgbClr val="2B2B2B"/>
                </a:solidFill>
                <a:latin typeface="Calibri"/>
              </a:rPr>
              <a:t>)</a:t>
            </a:r>
          </a:p>
        </p:txBody>
      </p:sp>
      <p:cxnSp>
        <p:nvCxnSpPr>
          <p:cNvPr id="31" name="Connector 8">
            <a:extLst>
              <a:ext uri="{FF2B5EF4-FFF2-40B4-BE49-F238E27FC236}">
                <a16:creationId xmlns:a16="http://schemas.microsoft.com/office/drawing/2014/main" id="{5629F3D8-788E-0FED-A274-6D2E33269283}"/>
              </a:ext>
            </a:extLst>
          </p:cNvPr>
          <p:cNvCxnSpPr>
            <a:cxnSpLocks/>
          </p:cNvCxnSpPr>
          <p:nvPr/>
        </p:nvCxnSpPr>
        <p:spPr>
          <a:xfrm>
            <a:off x="2446089" y="3688384"/>
            <a:ext cx="0" cy="423485"/>
          </a:xfrm>
          <a:prstGeom prst="line">
            <a:avLst/>
          </a:prstGeom>
          <a:ln w="15875">
            <a:solidFill>
              <a:srgbClr val="39062D"/>
            </a:solidFill>
            <a:tailEnd type="triangle" w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323A0C6-E5AE-50D3-4F61-991A90ED2C19}"/>
              </a:ext>
            </a:extLst>
          </p:cNvPr>
          <p:cNvSpPr txBox="1"/>
          <p:nvPr/>
        </p:nvSpPr>
        <p:spPr>
          <a:xfrm>
            <a:off x="2486426" y="3816575"/>
            <a:ext cx="988105" cy="150811"/>
          </a:xfrm>
          <a:prstGeom prst="rect">
            <a:avLst/>
          </a:prstGeom>
          <a:noFill/>
          <a:ln w="9525">
            <a:noFill/>
          </a:ln>
        </p:spPr>
        <p:txBody>
          <a:bodyPr wrap="square" lIns="34290" tIns="13716" rIns="34290" bIns="13716" anchor="ctr">
            <a:spAutoFit/>
          </a:bodyPr>
          <a:lstStyle/>
          <a:p>
            <a:r>
              <a:rPr lang="en-US" sz="800">
                <a:solidFill>
                  <a:srgbClr val="2B2B2B"/>
                </a:solidFill>
              </a:rPr>
              <a:t>Executus against</a:t>
            </a:r>
            <a:endParaRPr sz="800">
              <a:solidFill>
                <a:srgbClr val="2B2B2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018CFE-6970-8516-00B4-2F9EE575F765}"/>
              </a:ext>
            </a:extLst>
          </p:cNvPr>
          <p:cNvSpPr txBox="1"/>
          <p:nvPr/>
        </p:nvSpPr>
        <p:spPr>
          <a:xfrm>
            <a:off x="3536649" y="2446803"/>
            <a:ext cx="890970" cy="150811"/>
          </a:xfrm>
          <a:prstGeom prst="rect">
            <a:avLst/>
          </a:prstGeom>
          <a:noFill/>
          <a:ln w="9525">
            <a:noFill/>
          </a:ln>
        </p:spPr>
        <p:txBody>
          <a:bodyPr wrap="square" lIns="34290" tIns="13716" rIns="34290" bIns="13716" anchor="ctr">
            <a:spAutoFit/>
          </a:bodyPr>
          <a:lstStyle/>
          <a:p>
            <a:r>
              <a:rPr lang="en-US" sz="800">
                <a:solidFill>
                  <a:srgbClr val="2B2B2B"/>
                </a:solidFill>
              </a:rPr>
              <a:t>Playwright MCP</a:t>
            </a:r>
            <a:endParaRPr sz="800">
              <a:solidFill>
                <a:srgbClr val="2B2B2B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3FE7E2-6CF9-DC9B-8C62-AAD94250DDEB}"/>
              </a:ext>
            </a:extLst>
          </p:cNvPr>
          <p:cNvSpPr/>
          <p:nvPr/>
        </p:nvSpPr>
        <p:spPr>
          <a:xfrm>
            <a:off x="3148655" y="945633"/>
            <a:ext cx="651752" cy="182202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="1">
              <a:solidFill>
                <a:srgbClr val="0B2E4F"/>
              </a:solidFill>
              <a:latin typeface="Calibri"/>
            </a:endParaRPr>
          </a:p>
          <a:p>
            <a:pPr algn="ctr"/>
            <a:r>
              <a:rPr lang="en-US" sz="500">
                <a:solidFill>
                  <a:srgbClr val="2B2B2B"/>
                </a:solidFill>
                <a:latin typeface="Calibri"/>
              </a:rPr>
              <a:t>Existing Jackson Systems</a:t>
            </a:r>
          </a:p>
          <a:p>
            <a:pPr algn="ctr"/>
            <a:endParaRPr sz="60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428A05E-5BDC-D259-E345-8369DFEC7883}"/>
              </a:ext>
            </a:extLst>
          </p:cNvPr>
          <p:cNvSpPr/>
          <p:nvPr/>
        </p:nvSpPr>
        <p:spPr>
          <a:xfrm>
            <a:off x="3850232" y="946149"/>
            <a:ext cx="687900" cy="182202"/>
          </a:xfrm>
          <a:prstGeom prst="roundRect">
            <a:avLst>
              <a:gd name="adj" fmla="val 10000"/>
            </a:avLst>
          </a:prstGeom>
          <a:solidFill>
            <a:srgbClr val="39052D"/>
          </a:solidFill>
          <a:ln w="19050">
            <a:solidFill>
              <a:srgbClr val="390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82296" rIns="102870" bIns="82296" rtlCol="0" anchor="ctr"/>
          <a:lstStyle/>
          <a:p>
            <a:pPr algn="ctr"/>
            <a:r>
              <a:rPr lang="en-US" sz="500">
                <a:solidFill>
                  <a:schemeClr val="bg1"/>
                </a:solidFill>
                <a:latin typeface="Calibri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1666193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NT Theme">
  <a:themeElements>
    <a:clrScheme name="July">
      <a:dk1>
        <a:srgbClr val="000000"/>
      </a:dk1>
      <a:lt1>
        <a:srgbClr val="FFFFFF"/>
      </a:lt1>
      <a:dk2>
        <a:srgbClr val="080238"/>
      </a:dk2>
      <a:lt2>
        <a:srgbClr val="F3F3F5"/>
      </a:lt2>
      <a:accent1>
        <a:srgbClr val="0D016B"/>
      </a:accent1>
      <a:accent2>
        <a:srgbClr val="8EE7FF"/>
      </a:accent2>
      <a:accent3>
        <a:srgbClr val="B61CA7"/>
      </a:accent3>
      <a:accent4>
        <a:srgbClr val="F861C3"/>
      </a:accent4>
      <a:accent5>
        <a:srgbClr val="3F3E46"/>
      </a:accent5>
      <a:accent6>
        <a:srgbClr val="868686"/>
      </a:accent6>
      <a:hlink>
        <a:srgbClr val="8EE7FF"/>
      </a:hlink>
      <a:folHlink>
        <a:srgbClr val="3F3E46"/>
      </a:folHlink>
    </a:clrScheme>
    <a:fontScheme name="Nunito Sans">
      <a:majorFont>
        <a:latin typeface="Nunito Sans Light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57547" cap="flat">
          <a:noFill/>
          <a:prstDash val="solid"/>
          <a:miter/>
        </a:ln>
      </a:spPr>
      <a:bodyPr rtlCol="0" anchor="ctr"/>
      <a:lstStyle>
        <a:defPPr algn="l">
          <a:buClr>
            <a:schemeClr val="accent4"/>
          </a:buClr>
          <a:buSzPct val="110000"/>
          <a:defRPr sz="1100" b="1" dirty="0">
            <a:latin typeface="Nunito Sans Black" pitchFamily="2" charset="77"/>
          </a:defRPr>
        </a:defPPr>
      </a:lstStyle>
    </a:spDef>
    <a:lnDef>
      <a:spPr>
        <a:ln w="12700">
          <a:solidFill>
            <a:schemeClr val="bg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2B8449F-9854-5D4C-AD40-F031047953B1}" vid="{5604D4D6-419D-1F4C-B1B8-84BBDA1DEA6C}"/>
    </a:ext>
  </a:extLst>
</a:theme>
</file>

<file path=ppt/theme/theme2.xml><?xml version="1.0" encoding="utf-8"?>
<a:theme xmlns:a="http://schemas.openxmlformats.org/drawingml/2006/main" name="BXA Theme">
  <a:themeElements>
    <a:clrScheme name="July">
      <a:dk1>
        <a:srgbClr val="000000"/>
      </a:dk1>
      <a:lt1>
        <a:srgbClr val="FFFFFF"/>
      </a:lt1>
      <a:dk2>
        <a:srgbClr val="080238"/>
      </a:dk2>
      <a:lt2>
        <a:srgbClr val="F3F3F5"/>
      </a:lt2>
      <a:accent1>
        <a:srgbClr val="0D016B"/>
      </a:accent1>
      <a:accent2>
        <a:srgbClr val="8EE7FF"/>
      </a:accent2>
      <a:accent3>
        <a:srgbClr val="B61CA7"/>
      </a:accent3>
      <a:accent4>
        <a:srgbClr val="F861C3"/>
      </a:accent4>
      <a:accent5>
        <a:srgbClr val="3F3E46"/>
      </a:accent5>
      <a:accent6>
        <a:srgbClr val="868686"/>
      </a:accent6>
      <a:hlink>
        <a:srgbClr val="8EE7FF"/>
      </a:hlink>
      <a:folHlink>
        <a:srgbClr val="3F3E46"/>
      </a:folHlink>
    </a:clrScheme>
    <a:fontScheme name="Nunito Sans">
      <a:majorFont>
        <a:latin typeface="Nunito Sans Light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57547" cap="flat">
          <a:noFill/>
          <a:prstDash val="solid"/>
          <a:miter/>
        </a:ln>
      </a:spPr>
      <a:bodyPr rtlCol="0" anchor="ctr"/>
      <a:lstStyle>
        <a:defPPr algn="l">
          <a:buClr>
            <a:schemeClr val="accent4"/>
          </a:buClr>
          <a:buSzPct val="110000"/>
          <a:defRPr sz="1100" b="1" dirty="0">
            <a:latin typeface="Nunito Sans Black" pitchFamily="2" charset="77"/>
          </a:defRPr>
        </a:defPPr>
      </a:lstStyle>
    </a:spDef>
    <a:lnDef>
      <a:spPr>
        <a:ln w="12700">
          <a:solidFill>
            <a:schemeClr val="bg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unteous_Template_January2025" id="{A08F9F10-2279-4285-B536-AD577C4938FA}" vid="{788DC0F1-FF33-4CB9-8E72-83EEB64393A1}"/>
    </a:ext>
  </a:extLst>
</a:theme>
</file>

<file path=ppt/theme/theme3.xml><?xml version="1.0" encoding="utf-8"?>
<a:theme xmlns:a="http://schemas.openxmlformats.org/drawingml/2006/main" name="1_BNT Theme">
  <a:themeElements>
    <a:clrScheme name="Bounteous">
      <a:dk1>
        <a:srgbClr val="0B111C"/>
      </a:dk1>
      <a:lt1>
        <a:srgbClr val="FFFFFF"/>
      </a:lt1>
      <a:dk2>
        <a:srgbClr val="09111C"/>
      </a:dk2>
      <a:lt2>
        <a:srgbClr val="F3F3F6"/>
      </a:lt2>
      <a:accent1>
        <a:srgbClr val="33139F"/>
      </a:accent1>
      <a:accent2>
        <a:srgbClr val="693AF3"/>
      </a:accent2>
      <a:accent3>
        <a:srgbClr val="853EFF"/>
      </a:accent3>
      <a:accent4>
        <a:srgbClr val="34B3FF"/>
      </a:accent4>
      <a:accent5>
        <a:srgbClr val="FFFFFF"/>
      </a:accent5>
      <a:accent6>
        <a:srgbClr val="F3F3F6"/>
      </a:accent6>
      <a:hlink>
        <a:srgbClr val="33139F"/>
      </a:hlink>
      <a:folHlink>
        <a:srgbClr val="34B3FF"/>
      </a:folHlink>
    </a:clrScheme>
    <a:fontScheme name="Nunito Sans">
      <a:majorFont>
        <a:latin typeface="Nunito Sans Light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57547" cap="flat">
          <a:noFill/>
          <a:prstDash val="solid"/>
          <a:miter/>
        </a:ln>
      </a:spPr>
      <a:bodyPr rtlCol="0" anchor="ctr"/>
      <a:lstStyle>
        <a:defPPr algn="l">
          <a:buClr>
            <a:schemeClr val="accent4"/>
          </a:buClr>
          <a:buSzPct val="110000"/>
          <a:defRPr sz="1100" b="1" dirty="0">
            <a:latin typeface="Nunito Sans Black" pitchFamily="2" charset="77"/>
          </a:defRPr>
        </a:defPPr>
      </a:lstStyle>
    </a:spDef>
    <a:lnDef>
      <a:spPr>
        <a:ln w="12700">
          <a:solidFill>
            <a:schemeClr val="bg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 Bounteous PPT Template_Source" id="{7662503F-6059-CF49-91FC-3AEBEF0FEF45}" vid="{C9C9B1F5-1356-B44E-9909-8D9362FADC7B}"/>
    </a:ext>
  </a:extLst>
</a:theme>
</file>

<file path=ppt/theme/theme4.xml><?xml version="1.0" encoding="utf-8"?>
<a:theme xmlns:a="http://schemas.openxmlformats.org/drawingml/2006/main" name="2_BNT Theme">
  <a:themeElements>
    <a:clrScheme name="July">
      <a:dk1>
        <a:srgbClr val="000000"/>
      </a:dk1>
      <a:lt1>
        <a:srgbClr val="FFFFFF"/>
      </a:lt1>
      <a:dk2>
        <a:srgbClr val="080238"/>
      </a:dk2>
      <a:lt2>
        <a:srgbClr val="F3F3F5"/>
      </a:lt2>
      <a:accent1>
        <a:srgbClr val="0D016B"/>
      </a:accent1>
      <a:accent2>
        <a:srgbClr val="8EE7FF"/>
      </a:accent2>
      <a:accent3>
        <a:srgbClr val="B61CA7"/>
      </a:accent3>
      <a:accent4>
        <a:srgbClr val="F861C3"/>
      </a:accent4>
      <a:accent5>
        <a:srgbClr val="3F3E46"/>
      </a:accent5>
      <a:accent6>
        <a:srgbClr val="868686"/>
      </a:accent6>
      <a:hlink>
        <a:srgbClr val="8EE7FF"/>
      </a:hlink>
      <a:folHlink>
        <a:srgbClr val="3F3E46"/>
      </a:folHlink>
    </a:clrScheme>
    <a:fontScheme name="Nunito Sans">
      <a:majorFont>
        <a:latin typeface="Nunito Sans Light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57547" cap="flat">
          <a:noFill/>
          <a:prstDash val="solid"/>
          <a:miter/>
        </a:ln>
      </a:spPr>
      <a:bodyPr rtlCol="0" anchor="ctr"/>
      <a:lstStyle>
        <a:defPPr algn="l">
          <a:buClr>
            <a:schemeClr val="accent4"/>
          </a:buClr>
          <a:buSzPct val="110000"/>
          <a:defRPr sz="1100" b="1" dirty="0">
            <a:latin typeface="Nunito Sans Black" pitchFamily="2" charset="77"/>
          </a:defRPr>
        </a:defPPr>
      </a:lstStyle>
    </a:spDef>
    <a:lnDef>
      <a:spPr>
        <a:ln w="12700">
          <a:solidFill>
            <a:schemeClr val="bg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2B8449F-9854-5D4C-AD40-F031047953B1}" vid="{5604D4D6-419D-1F4C-B1B8-84BBDA1DEA6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81E27D-E923-F540-BD9F-570552475E7F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aa589c80-1046-4de6-99bb-4c6c0971e3b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c9d336-45ab-4341-a919-3b6df56309bf" xsi:nil="true"/>
    <lcf76f155ced4ddcb4097134ff3c332f xmlns="89050d2a-211b-46cf-b8e8-9efe3a23c33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75FFFB7336664E84F85ABDB0F75A8B" ma:contentTypeVersion="17" ma:contentTypeDescription="Create a new document." ma:contentTypeScope="" ma:versionID="55f4d1f48913ad35ffeb2a04d063c7b1">
  <xsd:schema xmlns:xsd="http://www.w3.org/2001/XMLSchema" xmlns:xs="http://www.w3.org/2001/XMLSchema" xmlns:p="http://schemas.microsoft.com/office/2006/metadata/properties" xmlns:ns2="89050d2a-211b-46cf-b8e8-9efe3a23c33a" xmlns:ns3="a6c9d336-45ab-4341-a919-3b6df56309bf" targetNamespace="http://schemas.microsoft.com/office/2006/metadata/properties" ma:root="true" ma:fieldsID="c10d70386b385793390a7b5a9096bb0e" ns2:_="" ns3:_="">
    <xsd:import namespace="89050d2a-211b-46cf-b8e8-9efe3a23c33a"/>
    <xsd:import namespace="a6c9d336-45ab-4341-a919-3b6df56309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50d2a-211b-46cf-b8e8-9efe3a23c3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78ac9c6-0344-486c-af55-2d1d05a3a7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c9d336-45ab-4341-a919-3b6df56309b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c1f358eb-3484-4319-ad3c-55930fdd4a2c}" ma:internalName="TaxCatchAll" ma:showField="CatchAllData" ma:web="a6c9d336-45ab-4341-a919-3b6df56309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BD2145-0C9F-4CB3-A95E-664E5F55E05B}">
  <ds:schemaRefs>
    <ds:schemaRef ds:uri="89050d2a-211b-46cf-b8e8-9efe3a23c33a"/>
    <ds:schemaRef ds:uri="a6c9d336-45ab-4341-a919-3b6df56309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4DCC6D9-551F-453C-9B1B-B672117FC4D5}">
  <ds:schemaRefs>
    <ds:schemaRef ds:uri="89050d2a-211b-46cf-b8e8-9efe3a23c33a"/>
    <ds:schemaRef ds:uri="a6c9d336-45ab-4341-a919-3b6df56309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2D2FEF-6562-4F04-BB20-C8C1AF87CD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BXA Theme</Template>
  <Application>Microsoft Office PowerPoint</Application>
  <PresentationFormat>On-screen Show (16:9)</PresentationFormat>
  <Slides>12</Slides>
  <Notes>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BNT Theme</vt:lpstr>
      <vt:lpstr>BXA Theme</vt:lpstr>
      <vt:lpstr>1_BNT Theme</vt:lpstr>
      <vt:lpstr>2_BNT Theme</vt:lpstr>
      <vt:lpstr>PowerPoint Presentation</vt:lpstr>
      <vt:lpstr>PowerPoint Presentation</vt:lpstr>
      <vt:lpstr>PowerPoint Presentation</vt:lpstr>
      <vt:lpstr> Bounteous’ Agentic QA Framework  Configured for Jackson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Dom Degustino</dc:creator>
  <cp:keywords/>
  <dc:description/>
  <cp:revision>1</cp:revision>
  <cp:lastPrinted>2025-03-25T20:17:04Z</cp:lastPrinted>
  <dcterms:created xsi:type="dcterms:W3CDTF">2025-03-02T23:59:58Z</dcterms:created>
  <dcterms:modified xsi:type="dcterms:W3CDTF">2026-09-16T15:24:52Z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0x0101005575FFFB7336664E84F85ABDB0F75A8B</vt:lpwstr>
  </property>
  <property fmtid="{D5CDD505-2E9C-101B-9397-08002B2CF9AE}" pid="3" name="display_urn">
    <vt:lpwstr>Kim Shafer</vt:lpwstr>
  </property>
  <property fmtid="{D5CDD505-2E9C-101B-9397-08002B2CF9AE}" pid="4" name="AuthorIds_UIVersion_180224">
    <vt:lpwstr>841</vt:lpwstr>
  </property>
  <property fmtid="{D5CDD505-2E9C-101B-9397-08002B2CF9AE}" pid="5" name="AuthorIds_UIVersion_198656">
    <vt:lpwstr>800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  <property fmtid="{D5CDD505-2E9C-101B-9397-08002B2CF9AE}" pid="10" name="MediaServiceImageTags">
    <vt:lpwstr/>
  </property>
</Properties>
</file>